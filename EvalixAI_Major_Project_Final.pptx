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9753600" cx="13004800"/>
  <p:notesSz cx="7315200" cy="9601200"/>
  <p:embeddedFontLst>
    <p:embeddedFont>
      <p:font typeface="Gill Sans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072">
          <p15:clr>
            <a:srgbClr val="A4A3A4"/>
          </p15:clr>
        </p15:guide>
        <p15:guide id="2" pos="409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072" orient="horz"/>
        <p:guide pos="409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GillSans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18" Type="http://schemas.openxmlformats.org/officeDocument/2006/relationships/font" Target="fonts/GillSans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143375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:notes"/>
          <p:cNvSpPr/>
          <p:nvPr>
            <p:ph idx="2" type="sldImg"/>
          </p:nvPr>
        </p:nvSpPr>
        <p:spPr>
          <a:xfrm>
            <a:off x="1257300" y="720725"/>
            <a:ext cx="48006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4:notes"/>
          <p:cNvSpPr txBox="1"/>
          <p:nvPr>
            <p:ph idx="1" type="body"/>
          </p:nvPr>
        </p:nvSpPr>
        <p:spPr>
          <a:xfrm>
            <a:off x="731838" y="4560888"/>
            <a:ext cx="5851500" cy="43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4:notes"/>
          <p:cNvSpPr txBox="1"/>
          <p:nvPr>
            <p:ph idx="3" type="hdr"/>
          </p:nvPr>
        </p:nvSpPr>
        <p:spPr>
          <a:xfrm>
            <a:off x="0" y="0"/>
            <a:ext cx="31701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School of Engineering &amp; Technology</a:t>
            </a:r>
            <a:endParaRPr/>
          </a:p>
        </p:txBody>
      </p:sp>
      <p:sp>
        <p:nvSpPr>
          <p:cNvPr id="169" name="Google Shape;169;p4:notes"/>
          <p:cNvSpPr txBox="1"/>
          <p:nvPr>
            <p:ph idx="12" type="sldNum"/>
          </p:nvPr>
        </p:nvSpPr>
        <p:spPr>
          <a:xfrm>
            <a:off x="4143375" y="9120188"/>
            <a:ext cx="31701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/>
          <p:cNvSpPr/>
          <p:nvPr/>
        </p:nvSpPr>
        <p:spPr>
          <a:xfrm>
            <a:off x="1310483" y="2010741"/>
            <a:ext cx="299110" cy="299110"/>
          </a:xfrm>
          <a:prstGeom prst="ellipse">
            <a:avLst/>
          </a:prstGeom>
          <a:gradFill>
            <a:gsLst>
              <a:gs pos="0">
                <a:srgbClr val="D7F6FF">
                  <a:alpha val="94902"/>
                </a:srgbClr>
              </a:gs>
              <a:gs pos="50000">
                <a:srgbClr val="C0E3F0">
                  <a:alpha val="90196"/>
                </a:srgbClr>
              </a:gs>
              <a:gs pos="95000">
                <a:srgbClr val="65C6EA">
                  <a:alpha val="87843"/>
                </a:srgbClr>
              </a:gs>
              <a:gs pos="100000">
                <a:srgbClr val="00BBF1">
                  <a:alpha val="85098"/>
                </a:srgbClr>
              </a:gs>
            </a:gsLst>
            <a:path path="circle">
              <a:fillToRect b="100%" l="0%" r="100%" t="0%"/>
            </a:path>
            <a:tileRect b="0%" l="-100%" r="0%" t="-100%"/>
          </a:gradFill>
          <a:ln cap="rnd" cmpd="sng" w="9525">
            <a:solidFill>
              <a:srgbClr val="2F8DA4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000" lIns="130025" spcFirstLastPara="1" rIns="130025" wrap="square" tIns="6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2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" name="Google Shape;22;p2"/>
          <p:cNvSpPr/>
          <p:nvPr/>
        </p:nvSpPr>
        <p:spPr>
          <a:xfrm>
            <a:off x="1646238" y="1912938"/>
            <a:ext cx="90487" cy="90487"/>
          </a:xfrm>
          <a:prstGeom prst="ellipse">
            <a:avLst/>
          </a:prstGeom>
          <a:noFill/>
          <a:ln cap="rnd" cmpd="sng" w="12700">
            <a:solidFill>
              <a:srgbClr val="317F92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000" lIns="130025" spcFirstLastPara="1" rIns="130025" wrap="square" tIns="6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2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3" name="Google Shape;23;p2"/>
          <p:cNvSpPr txBox="1"/>
          <p:nvPr>
            <p:ph type="ctrTitle"/>
          </p:nvPr>
        </p:nvSpPr>
        <p:spPr>
          <a:xfrm>
            <a:off x="2037419" y="511855"/>
            <a:ext cx="10533888" cy="2093773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"/>
          <p:cNvSpPr txBox="1"/>
          <p:nvPr>
            <p:ph idx="1" type="subTitle"/>
          </p:nvPr>
        </p:nvSpPr>
        <p:spPr>
          <a:xfrm>
            <a:off x="2037419" y="2631202"/>
            <a:ext cx="10533888" cy="2492587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130025" spcFirstLastPara="1" rIns="130025" wrap="square" tIns="0">
            <a:noAutofit/>
          </a:bodyPr>
          <a:lstStyle>
            <a:lvl1pPr lvl="0" algn="l">
              <a:spcBef>
                <a:spcPts val="850"/>
              </a:spcBef>
              <a:spcAft>
                <a:spcPts val="0"/>
              </a:spcAft>
              <a:buSzPts val="2960"/>
              <a:buNone/>
              <a:defRPr sz="3700">
                <a:solidFill>
                  <a:srgbClr val="341108"/>
                </a:solidFill>
              </a:defRPr>
            </a:lvl1pPr>
            <a:lvl2pPr lvl="1" algn="ctr">
              <a:spcBef>
                <a:spcPts val="788"/>
              </a:spcBef>
              <a:spcAft>
                <a:spcPts val="0"/>
              </a:spcAft>
              <a:buSzPts val="1800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5" name="Google Shape;25;p2"/>
          <p:cNvSpPr txBox="1"/>
          <p:nvPr>
            <p:ph idx="10" type="dt"/>
          </p:nvPr>
        </p:nvSpPr>
        <p:spPr>
          <a:xfrm>
            <a:off x="5094288" y="8967788"/>
            <a:ext cx="3033712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"/>
          <p:cNvSpPr txBox="1"/>
          <p:nvPr>
            <p:ph idx="11" type="ftr"/>
          </p:nvPr>
        </p:nvSpPr>
        <p:spPr>
          <a:xfrm>
            <a:off x="8128000" y="8967788"/>
            <a:ext cx="4117975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B3A787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"/>
          <p:cNvSpPr txBox="1"/>
          <p:nvPr>
            <p:ph idx="12" type="sldNum"/>
          </p:nvPr>
        </p:nvSpPr>
        <p:spPr>
          <a:xfrm>
            <a:off x="12250738" y="8967788"/>
            <a:ext cx="649287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"/>
          <p:cNvSpPr txBox="1"/>
          <p:nvPr>
            <p:ph type="title"/>
          </p:nvPr>
        </p:nvSpPr>
        <p:spPr>
          <a:xfrm>
            <a:off x="2041525" y="390525"/>
            <a:ext cx="10664825" cy="16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"/>
          <p:cNvSpPr txBox="1"/>
          <p:nvPr>
            <p:ph idx="1" type="body"/>
          </p:nvPr>
        </p:nvSpPr>
        <p:spPr>
          <a:xfrm>
            <a:off x="2041525" y="2058988"/>
            <a:ext cx="10664825" cy="6827837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130025" spcFirstLastPara="1" rIns="130025" wrap="square" tIns="65000">
            <a:noAutofit/>
          </a:bodyPr>
          <a:lstStyle>
            <a:lvl1pPr indent="-320040" lvl="0" marL="457200" algn="l">
              <a:spcBef>
                <a:spcPts val="850"/>
              </a:spcBef>
              <a:spcAft>
                <a:spcPts val="0"/>
              </a:spcAft>
              <a:buSzPts val="1440"/>
              <a:buChar char="⚫"/>
              <a:defRPr/>
            </a:lvl1pPr>
            <a:lvl2pPr indent="-342900" lvl="1" marL="914400" algn="l">
              <a:spcBef>
                <a:spcPts val="788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31" name="Google Shape;31;p3"/>
          <p:cNvSpPr txBox="1"/>
          <p:nvPr>
            <p:ph idx="10" type="dt"/>
          </p:nvPr>
        </p:nvSpPr>
        <p:spPr>
          <a:xfrm>
            <a:off x="5094288" y="8967788"/>
            <a:ext cx="3033712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"/>
          <p:cNvSpPr txBox="1"/>
          <p:nvPr>
            <p:ph idx="11" type="ftr"/>
          </p:nvPr>
        </p:nvSpPr>
        <p:spPr>
          <a:xfrm>
            <a:off x="8128000" y="8967788"/>
            <a:ext cx="4117975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B3A787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"/>
          <p:cNvSpPr txBox="1"/>
          <p:nvPr>
            <p:ph idx="12" type="sldNum"/>
          </p:nvPr>
        </p:nvSpPr>
        <p:spPr>
          <a:xfrm>
            <a:off x="12250738" y="8967788"/>
            <a:ext cx="649287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/>
          <p:nvPr/>
        </p:nvSpPr>
        <p:spPr>
          <a:xfrm>
            <a:off x="3246438" y="0"/>
            <a:ext cx="9753600" cy="9753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65000" lIns="130025" spcFirstLastPara="1" rIns="130025" wrap="square" tIns="6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3251200" y="0"/>
            <a:ext cx="107950" cy="97536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550" rotWithShape="0" algn="tl" dir="10800000" dist="38000">
              <a:srgbClr val="6F6A5F">
                <a:alpha val="25098"/>
              </a:srgbClr>
            </a:outerShdw>
          </a:effectLst>
        </p:spPr>
        <p:txBody>
          <a:bodyPr anchorCtr="0" anchor="ctr" bIns="65000" lIns="130025" spcFirstLastPara="1" rIns="130025" wrap="square" tIns="6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3089523" y="4003067"/>
            <a:ext cx="299110" cy="299110"/>
          </a:xfrm>
          <a:prstGeom prst="ellipse">
            <a:avLst/>
          </a:prstGeom>
          <a:gradFill>
            <a:gsLst>
              <a:gs pos="0">
                <a:srgbClr val="D7F6FF">
                  <a:alpha val="94902"/>
                </a:srgbClr>
              </a:gs>
              <a:gs pos="50000">
                <a:srgbClr val="C0E3F0">
                  <a:alpha val="90196"/>
                </a:srgbClr>
              </a:gs>
              <a:gs pos="95000">
                <a:srgbClr val="65C6EA">
                  <a:alpha val="87843"/>
                </a:srgbClr>
              </a:gs>
              <a:gs pos="100000">
                <a:srgbClr val="00BBF1">
                  <a:alpha val="85098"/>
                </a:srgbClr>
              </a:gs>
            </a:gsLst>
            <a:path path="circle">
              <a:fillToRect b="100%" l="0%" r="100%" t="0%"/>
            </a:path>
            <a:tileRect b="0%" l="-100%" r="0%" t="-100%"/>
          </a:gradFill>
          <a:ln cap="rnd" cmpd="sng" w="9525">
            <a:solidFill>
              <a:srgbClr val="2F8DA4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000" lIns="130025" spcFirstLastPara="1" rIns="130025" wrap="square" tIns="6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2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3424238" y="3905250"/>
            <a:ext cx="92075" cy="90488"/>
          </a:xfrm>
          <a:prstGeom prst="ellipse">
            <a:avLst/>
          </a:prstGeom>
          <a:noFill/>
          <a:ln cap="rnd" cmpd="sng" w="12700">
            <a:solidFill>
              <a:srgbClr val="317F92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000" lIns="130025" spcFirstLastPara="1" rIns="130025" wrap="square" tIns="6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2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9" name="Google Shape;39;p4"/>
          <p:cNvSpPr txBox="1"/>
          <p:nvPr>
            <p:ph type="title"/>
          </p:nvPr>
        </p:nvSpPr>
        <p:spPr>
          <a:xfrm>
            <a:off x="3667046" y="3698240"/>
            <a:ext cx="9103360" cy="32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130025" spcFirstLastPara="1" rIns="130025" wrap="square" tIns="65000">
            <a:normAutofit/>
          </a:bodyPr>
          <a:lstStyle>
            <a:lvl1pPr lvl="0" algn="l">
              <a:lnSpc>
                <a:spcPct val="112280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5700"/>
              <a:buFont typeface="Gill Sans"/>
              <a:buNone/>
              <a:defRPr b="1" sz="57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"/>
          <p:cNvSpPr txBox="1"/>
          <p:nvPr>
            <p:ph idx="1" type="body"/>
          </p:nvPr>
        </p:nvSpPr>
        <p:spPr>
          <a:xfrm>
            <a:off x="3667046" y="1517227"/>
            <a:ext cx="9103360" cy="2147146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>
            <a:lvl1pPr indent="-228600" lvl="0" marL="457200" algn="l">
              <a:lnSpc>
                <a:spcPct val="116821"/>
              </a:lnSpc>
              <a:spcBef>
                <a:spcPts val="0"/>
              </a:spcBef>
              <a:spcAft>
                <a:spcPts val="0"/>
              </a:spcAft>
              <a:buSzPts val="2240"/>
              <a:buNone/>
              <a:defRPr sz="2800">
                <a:solidFill>
                  <a:srgbClr val="341108"/>
                </a:solidFill>
              </a:defRPr>
            </a:lvl1pPr>
            <a:lvl2pPr indent="-228600" lvl="1" marL="914400" algn="l">
              <a:spcBef>
                <a:spcPts val="788"/>
              </a:spcBef>
              <a:spcAft>
                <a:spcPts val="0"/>
              </a:spcAft>
              <a:buSzPts val="2600"/>
              <a:buNone/>
              <a:defRPr sz="26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60"/>
              </a:spcBef>
              <a:spcAft>
                <a:spcPts val="0"/>
              </a:spcAft>
              <a:buSzPts val="2300"/>
              <a:buNone/>
              <a:defRPr sz="23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41" name="Google Shape;41;p4"/>
          <p:cNvSpPr txBox="1"/>
          <p:nvPr>
            <p:ph idx="10" type="dt"/>
          </p:nvPr>
        </p:nvSpPr>
        <p:spPr>
          <a:xfrm>
            <a:off x="5094288" y="8967788"/>
            <a:ext cx="3033712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"/>
          <p:cNvSpPr txBox="1"/>
          <p:nvPr>
            <p:ph idx="11" type="ftr"/>
          </p:nvPr>
        </p:nvSpPr>
        <p:spPr>
          <a:xfrm>
            <a:off x="8128000" y="8967788"/>
            <a:ext cx="4117975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B3A787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"/>
          <p:cNvSpPr txBox="1"/>
          <p:nvPr>
            <p:ph idx="12" type="sldNum"/>
          </p:nvPr>
        </p:nvSpPr>
        <p:spPr>
          <a:xfrm>
            <a:off x="12250738" y="8967788"/>
            <a:ext cx="649287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"/>
          <p:cNvSpPr txBox="1"/>
          <p:nvPr>
            <p:ph type="title"/>
          </p:nvPr>
        </p:nvSpPr>
        <p:spPr>
          <a:xfrm>
            <a:off x="2041754" y="390144"/>
            <a:ext cx="10663936" cy="16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"/>
          <p:cNvSpPr txBox="1"/>
          <p:nvPr>
            <p:ph idx="1" type="body"/>
          </p:nvPr>
        </p:nvSpPr>
        <p:spPr>
          <a:xfrm>
            <a:off x="2041754" y="2167467"/>
            <a:ext cx="5201920" cy="6632448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130025" spcFirstLastPara="1" rIns="130025" wrap="square" tIns="65000">
            <a:noAutofit/>
          </a:bodyPr>
          <a:lstStyle>
            <a:lvl1pPr indent="-431800" lvl="0" marL="457200" algn="l">
              <a:spcBef>
                <a:spcPts val="850"/>
              </a:spcBef>
              <a:spcAft>
                <a:spcPts val="0"/>
              </a:spcAft>
              <a:buSzPts val="3200"/>
              <a:buChar char="⚫"/>
              <a:defRPr sz="4000"/>
            </a:lvl1pPr>
            <a:lvl2pPr indent="-444500" lvl="1" marL="914400" algn="l">
              <a:spcBef>
                <a:spcPts val="788"/>
              </a:spcBef>
              <a:spcAft>
                <a:spcPts val="0"/>
              </a:spcAft>
              <a:buSzPts val="3400"/>
              <a:buChar char="◦"/>
              <a:defRPr sz="3400"/>
            </a:lvl2pPr>
            <a:lvl3pPr indent="-406400" lvl="2" marL="1371600" algn="l">
              <a:spcBef>
                <a:spcPts val="560"/>
              </a:spcBef>
              <a:spcAft>
                <a:spcPts val="0"/>
              </a:spcAft>
              <a:buSzPts val="2800"/>
              <a:buChar char="●"/>
              <a:defRPr sz="2800"/>
            </a:lvl3pPr>
            <a:lvl4pPr indent="-393700" lvl="3" marL="1828800" algn="l">
              <a:spcBef>
                <a:spcPts val="520"/>
              </a:spcBef>
              <a:spcAft>
                <a:spcPts val="0"/>
              </a:spcAft>
              <a:buSzPts val="2600"/>
              <a:buChar char="●"/>
              <a:defRPr sz="2600"/>
            </a:lvl4pPr>
            <a:lvl5pPr indent="-393700" lvl="4" marL="2286000" algn="l">
              <a:spcBef>
                <a:spcPts val="520"/>
              </a:spcBef>
              <a:spcAft>
                <a:spcPts val="0"/>
              </a:spcAft>
              <a:buSzPts val="2600"/>
              <a:buChar char="●"/>
              <a:defRPr sz="2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47" name="Google Shape;47;p5"/>
          <p:cNvSpPr txBox="1"/>
          <p:nvPr>
            <p:ph idx="2" type="body"/>
          </p:nvPr>
        </p:nvSpPr>
        <p:spPr>
          <a:xfrm>
            <a:off x="7503770" y="2167467"/>
            <a:ext cx="5201920" cy="6632448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130025" spcFirstLastPara="1" rIns="130025" wrap="square" tIns="65000">
            <a:noAutofit/>
          </a:bodyPr>
          <a:lstStyle>
            <a:lvl1pPr indent="-431800" lvl="0" marL="457200" algn="l">
              <a:spcBef>
                <a:spcPts val="850"/>
              </a:spcBef>
              <a:spcAft>
                <a:spcPts val="0"/>
              </a:spcAft>
              <a:buSzPts val="3200"/>
              <a:buChar char="⚫"/>
              <a:defRPr sz="4000"/>
            </a:lvl1pPr>
            <a:lvl2pPr indent="-444500" lvl="1" marL="914400" algn="l">
              <a:spcBef>
                <a:spcPts val="788"/>
              </a:spcBef>
              <a:spcAft>
                <a:spcPts val="0"/>
              </a:spcAft>
              <a:buSzPts val="3400"/>
              <a:buChar char="◦"/>
              <a:defRPr sz="3400"/>
            </a:lvl2pPr>
            <a:lvl3pPr indent="-406400" lvl="2" marL="1371600" algn="l">
              <a:spcBef>
                <a:spcPts val="560"/>
              </a:spcBef>
              <a:spcAft>
                <a:spcPts val="0"/>
              </a:spcAft>
              <a:buSzPts val="2800"/>
              <a:buChar char="●"/>
              <a:defRPr sz="2800"/>
            </a:lvl3pPr>
            <a:lvl4pPr indent="-393700" lvl="3" marL="1828800" algn="l">
              <a:spcBef>
                <a:spcPts val="520"/>
              </a:spcBef>
              <a:spcAft>
                <a:spcPts val="0"/>
              </a:spcAft>
              <a:buSzPts val="2600"/>
              <a:buChar char="●"/>
              <a:defRPr sz="2600"/>
            </a:lvl4pPr>
            <a:lvl5pPr indent="-393700" lvl="4" marL="2286000" algn="l">
              <a:spcBef>
                <a:spcPts val="520"/>
              </a:spcBef>
              <a:spcAft>
                <a:spcPts val="0"/>
              </a:spcAft>
              <a:buSzPts val="2600"/>
              <a:buChar char="●"/>
              <a:defRPr sz="2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48" name="Google Shape;48;p5"/>
          <p:cNvSpPr txBox="1"/>
          <p:nvPr>
            <p:ph idx="10" type="dt"/>
          </p:nvPr>
        </p:nvSpPr>
        <p:spPr>
          <a:xfrm>
            <a:off x="5094288" y="8967788"/>
            <a:ext cx="3033712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5"/>
          <p:cNvSpPr txBox="1"/>
          <p:nvPr>
            <p:ph idx="11" type="ftr"/>
          </p:nvPr>
        </p:nvSpPr>
        <p:spPr>
          <a:xfrm>
            <a:off x="8128000" y="8967788"/>
            <a:ext cx="4117975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B3A787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5"/>
          <p:cNvSpPr txBox="1"/>
          <p:nvPr>
            <p:ph idx="12" type="sldNum"/>
          </p:nvPr>
        </p:nvSpPr>
        <p:spPr>
          <a:xfrm>
            <a:off x="12250738" y="8967788"/>
            <a:ext cx="649287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showMasterSp="0" type="twoTxTwoObj">
  <p:cSld name="TWO_OBJECTS_WITH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"/>
          <p:cNvSpPr txBox="1"/>
          <p:nvPr>
            <p:ph type="title"/>
          </p:nvPr>
        </p:nvSpPr>
        <p:spPr>
          <a:xfrm>
            <a:off x="650240" y="7339145"/>
            <a:ext cx="11704320" cy="16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sz="6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"/>
          <p:cNvSpPr txBox="1"/>
          <p:nvPr>
            <p:ph idx="1" type="body"/>
          </p:nvPr>
        </p:nvSpPr>
        <p:spPr>
          <a:xfrm>
            <a:off x="650240" y="466884"/>
            <a:ext cx="5722112" cy="910336"/>
          </a:xfrm>
          <a:prstGeom prst="rect">
            <a:avLst/>
          </a:prstGeom>
          <a:solidFill>
            <a:schemeClr val="lt1"/>
          </a:solidFill>
          <a:ln cap="flat" cmpd="sng" w="1077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65000" lIns="130025" spcFirstLastPara="1" rIns="130025" wrap="square" tIns="650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42"/>
              </a:spcBef>
              <a:spcAft>
                <a:spcPts val="0"/>
              </a:spcAft>
              <a:buSzPts val="2160"/>
              <a:buNone/>
              <a:defRPr b="0" sz="27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788"/>
              </a:spcBef>
              <a:spcAft>
                <a:spcPts val="0"/>
              </a:spcAft>
              <a:buSzPts val="2800"/>
              <a:buNone/>
              <a:defRPr b="1" sz="2800"/>
            </a:lvl2pPr>
            <a:lvl3pPr indent="-228600" lvl="2" marL="1371600" algn="l">
              <a:spcBef>
                <a:spcPts val="520"/>
              </a:spcBef>
              <a:spcAft>
                <a:spcPts val="0"/>
              </a:spcAft>
              <a:buSzPts val="2600"/>
              <a:buNone/>
              <a:defRPr b="1" sz="2600"/>
            </a:lvl3pPr>
            <a:lvl4pPr indent="-228600" lvl="3" marL="1828800" algn="l">
              <a:spcBef>
                <a:spcPts val="460"/>
              </a:spcBef>
              <a:spcAft>
                <a:spcPts val="0"/>
              </a:spcAft>
              <a:buSzPts val="2300"/>
              <a:buNone/>
              <a:defRPr b="1" sz="2300"/>
            </a:lvl4pPr>
            <a:lvl5pPr indent="-228600" lvl="4" marL="2286000" algn="l">
              <a:spcBef>
                <a:spcPts val="460"/>
              </a:spcBef>
              <a:spcAft>
                <a:spcPts val="0"/>
              </a:spcAft>
              <a:buSzPts val="2300"/>
              <a:buNone/>
              <a:defRPr b="1" sz="23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4" name="Google Shape;54;p6"/>
          <p:cNvSpPr txBox="1"/>
          <p:nvPr>
            <p:ph idx="2" type="body"/>
          </p:nvPr>
        </p:nvSpPr>
        <p:spPr>
          <a:xfrm>
            <a:off x="6632448" y="466884"/>
            <a:ext cx="5722112" cy="910336"/>
          </a:xfrm>
          <a:prstGeom prst="rect">
            <a:avLst/>
          </a:prstGeom>
          <a:solidFill>
            <a:schemeClr val="lt1"/>
          </a:solidFill>
          <a:ln cap="flat" cmpd="sng" w="1077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65000" lIns="130025" spcFirstLastPara="1" rIns="130025" wrap="square" tIns="650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42"/>
              </a:spcBef>
              <a:spcAft>
                <a:spcPts val="0"/>
              </a:spcAft>
              <a:buSzPts val="2160"/>
              <a:buNone/>
              <a:defRPr b="0" sz="27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788"/>
              </a:spcBef>
              <a:spcAft>
                <a:spcPts val="0"/>
              </a:spcAft>
              <a:buSzPts val="2800"/>
              <a:buNone/>
              <a:defRPr b="1" sz="2800"/>
            </a:lvl2pPr>
            <a:lvl3pPr indent="-228600" lvl="2" marL="1371600" algn="l">
              <a:spcBef>
                <a:spcPts val="520"/>
              </a:spcBef>
              <a:spcAft>
                <a:spcPts val="0"/>
              </a:spcAft>
              <a:buSzPts val="2600"/>
              <a:buNone/>
              <a:defRPr b="1" sz="2600"/>
            </a:lvl3pPr>
            <a:lvl4pPr indent="-228600" lvl="3" marL="1828800" algn="l">
              <a:spcBef>
                <a:spcPts val="460"/>
              </a:spcBef>
              <a:spcAft>
                <a:spcPts val="0"/>
              </a:spcAft>
              <a:buSzPts val="2300"/>
              <a:buNone/>
              <a:defRPr b="1" sz="2300"/>
            </a:lvl4pPr>
            <a:lvl5pPr indent="-228600" lvl="4" marL="2286000" algn="l">
              <a:spcBef>
                <a:spcPts val="460"/>
              </a:spcBef>
              <a:spcAft>
                <a:spcPts val="0"/>
              </a:spcAft>
              <a:buSzPts val="2300"/>
              <a:buNone/>
              <a:defRPr b="1" sz="23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3" type="body"/>
          </p:nvPr>
        </p:nvSpPr>
        <p:spPr>
          <a:xfrm>
            <a:off x="650240" y="1378611"/>
            <a:ext cx="5722112" cy="5852160"/>
          </a:xfrm>
          <a:prstGeom prst="rect">
            <a:avLst/>
          </a:prstGeom>
          <a:noFill/>
          <a:ln cap="flat" cmpd="sng" w="10775">
            <a:solidFill>
              <a:schemeClr val="lt1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t" bIns="65000" lIns="130025" spcFirstLastPara="1" rIns="130025" wrap="square" tIns="65000">
            <a:noAutofit/>
          </a:bodyPr>
          <a:lstStyle>
            <a:lvl1pPr indent="-401320" lvl="0" marL="457200" algn="l">
              <a:lnSpc>
                <a:spcPct val="100000"/>
              </a:lnSpc>
              <a:spcBef>
                <a:spcPts val="996"/>
              </a:spcBef>
              <a:spcAft>
                <a:spcPts val="0"/>
              </a:spcAft>
              <a:buSzPts val="2720"/>
              <a:buChar char="⚫"/>
              <a:defRPr sz="3400"/>
            </a:lvl1pPr>
            <a:lvl2pPr indent="-406400" lvl="1" marL="914400" algn="l">
              <a:lnSpc>
                <a:spcPct val="100000"/>
              </a:lnSpc>
              <a:spcBef>
                <a:spcPts val="996"/>
              </a:spcBef>
              <a:spcAft>
                <a:spcPts val="0"/>
              </a:spcAft>
              <a:buSzPts val="2800"/>
              <a:buChar char="◦"/>
              <a:defRPr sz="2800"/>
            </a:lvl2pPr>
            <a:lvl3pPr indent="-393700" lvl="2" marL="1371600" algn="l">
              <a:lnSpc>
                <a:spcPct val="100000"/>
              </a:lnSpc>
              <a:spcBef>
                <a:spcPts val="996"/>
              </a:spcBef>
              <a:spcAft>
                <a:spcPts val="0"/>
              </a:spcAft>
              <a:buSzPts val="2600"/>
              <a:buChar char="●"/>
              <a:defRPr sz="2600"/>
            </a:lvl3pPr>
            <a:lvl4pPr indent="-374650" lvl="3" marL="1828800" algn="l">
              <a:lnSpc>
                <a:spcPct val="100000"/>
              </a:lnSpc>
              <a:spcBef>
                <a:spcPts val="996"/>
              </a:spcBef>
              <a:spcAft>
                <a:spcPts val="0"/>
              </a:spcAft>
              <a:buSzPts val="2300"/>
              <a:buChar char="●"/>
              <a:defRPr sz="2300"/>
            </a:lvl4pPr>
            <a:lvl5pPr indent="-374650" lvl="4" marL="2286000" algn="l">
              <a:lnSpc>
                <a:spcPct val="100000"/>
              </a:lnSpc>
              <a:spcBef>
                <a:spcPts val="996"/>
              </a:spcBef>
              <a:spcAft>
                <a:spcPts val="0"/>
              </a:spcAft>
              <a:buSzPts val="2300"/>
              <a:buChar char="●"/>
              <a:defRPr sz="23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4" type="body"/>
          </p:nvPr>
        </p:nvSpPr>
        <p:spPr>
          <a:xfrm>
            <a:off x="6632448" y="1378611"/>
            <a:ext cx="5722112" cy="5852160"/>
          </a:xfrm>
          <a:prstGeom prst="rect">
            <a:avLst/>
          </a:prstGeom>
          <a:noFill/>
          <a:ln cap="flat" cmpd="sng" w="10775">
            <a:solidFill>
              <a:schemeClr val="lt1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t" bIns="65000" lIns="130025" spcFirstLastPara="1" rIns="130025" wrap="square" tIns="65000">
            <a:noAutofit/>
          </a:bodyPr>
          <a:lstStyle>
            <a:lvl1pPr indent="-401320" lvl="0" marL="457200" algn="l">
              <a:lnSpc>
                <a:spcPct val="100000"/>
              </a:lnSpc>
              <a:spcBef>
                <a:spcPts val="996"/>
              </a:spcBef>
              <a:spcAft>
                <a:spcPts val="0"/>
              </a:spcAft>
              <a:buSzPts val="2720"/>
              <a:buChar char="⚫"/>
              <a:defRPr sz="3400"/>
            </a:lvl1pPr>
            <a:lvl2pPr indent="-406400" lvl="1" marL="914400" algn="l">
              <a:lnSpc>
                <a:spcPct val="100000"/>
              </a:lnSpc>
              <a:spcBef>
                <a:spcPts val="996"/>
              </a:spcBef>
              <a:spcAft>
                <a:spcPts val="0"/>
              </a:spcAft>
              <a:buSzPts val="2800"/>
              <a:buChar char="◦"/>
              <a:defRPr sz="2800"/>
            </a:lvl2pPr>
            <a:lvl3pPr indent="-393700" lvl="2" marL="1371600" algn="l">
              <a:lnSpc>
                <a:spcPct val="100000"/>
              </a:lnSpc>
              <a:spcBef>
                <a:spcPts val="996"/>
              </a:spcBef>
              <a:spcAft>
                <a:spcPts val="0"/>
              </a:spcAft>
              <a:buSzPts val="2600"/>
              <a:buChar char="●"/>
              <a:defRPr sz="2600"/>
            </a:lvl3pPr>
            <a:lvl4pPr indent="-374650" lvl="3" marL="1828800" algn="l">
              <a:lnSpc>
                <a:spcPct val="100000"/>
              </a:lnSpc>
              <a:spcBef>
                <a:spcPts val="996"/>
              </a:spcBef>
              <a:spcAft>
                <a:spcPts val="0"/>
              </a:spcAft>
              <a:buSzPts val="2300"/>
              <a:buChar char="●"/>
              <a:defRPr sz="2300"/>
            </a:lvl4pPr>
            <a:lvl5pPr indent="-374650" lvl="4" marL="2286000" algn="l">
              <a:lnSpc>
                <a:spcPct val="100000"/>
              </a:lnSpc>
              <a:spcBef>
                <a:spcPts val="996"/>
              </a:spcBef>
              <a:spcAft>
                <a:spcPts val="0"/>
              </a:spcAft>
              <a:buSzPts val="2300"/>
              <a:buChar char="●"/>
              <a:defRPr sz="23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7" name="Google Shape;57;p6"/>
          <p:cNvSpPr txBox="1"/>
          <p:nvPr>
            <p:ph idx="10" type="dt"/>
          </p:nvPr>
        </p:nvSpPr>
        <p:spPr>
          <a:xfrm>
            <a:off x="5094288" y="8967788"/>
            <a:ext cx="3033712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6"/>
          <p:cNvSpPr txBox="1"/>
          <p:nvPr>
            <p:ph idx="11" type="ftr"/>
          </p:nvPr>
        </p:nvSpPr>
        <p:spPr>
          <a:xfrm>
            <a:off x="8128000" y="8967788"/>
            <a:ext cx="4117975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B3A787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6"/>
          <p:cNvSpPr txBox="1"/>
          <p:nvPr>
            <p:ph idx="12" type="sldNum"/>
          </p:nvPr>
        </p:nvSpPr>
        <p:spPr>
          <a:xfrm>
            <a:off x="12250738" y="8967788"/>
            <a:ext cx="649287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 txBox="1"/>
          <p:nvPr>
            <p:ph type="title"/>
          </p:nvPr>
        </p:nvSpPr>
        <p:spPr>
          <a:xfrm>
            <a:off x="2041754" y="390144"/>
            <a:ext cx="10663936" cy="16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0" type="dt"/>
          </p:nvPr>
        </p:nvSpPr>
        <p:spPr>
          <a:xfrm>
            <a:off x="5094288" y="8967788"/>
            <a:ext cx="3033712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idx="11" type="ftr"/>
          </p:nvPr>
        </p:nvSpPr>
        <p:spPr>
          <a:xfrm>
            <a:off x="8128000" y="8967788"/>
            <a:ext cx="4117975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B3A787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7"/>
          <p:cNvSpPr txBox="1"/>
          <p:nvPr>
            <p:ph idx="12" type="sldNum"/>
          </p:nvPr>
        </p:nvSpPr>
        <p:spPr>
          <a:xfrm>
            <a:off x="12250738" y="8967788"/>
            <a:ext cx="649287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"/>
          <p:cNvSpPr/>
          <p:nvPr/>
        </p:nvSpPr>
        <p:spPr>
          <a:xfrm>
            <a:off x="1443038" y="0"/>
            <a:ext cx="11561762" cy="9753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65000" lIns="130025" spcFirstLastPara="1" rIns="130025" wrap="square" tIns="6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7" name="Google Shape;67;p8"/>
          <p:cNvSpPr/>
          <p:nvPr/>
        </p:nvSpPr>
        <p:spPr>
          <a:xfrm>
            <a:off x="1443038" y="0"/>
            <a:ext cx="104775" cy="97536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550" rotWithShape="0" algn="tl" dir="10800000" dist="38000">
              <a:srgbClr val="6F6A5F">
                <a:alpha val="25098"/>
              </a:srgbClr>
            </a:outerShdw>
          </a:effectLst>
        </p:spPr>
        <p:txBody>
          <a:bodyPr anchorCtr="0" anchor="ctr" bIns="65000" lIns="130025" spcFirstLastPara="1" rIns="130025" wrap="square" tIns="6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8" name="Google Shape;68;p8"/>
          <p:cNvSpPr txBox="1"/>
          <p:nvPr>
            <p:ph idx="10" type="dt"/>
          </p:nvPr>
        </p:nvSpPr>
        <p:spPr>
          <a:xfrm>
            <a:off x="5094288" y="8967788"/>
            <a:ext cx="3033712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8"/>
          <p:cNvSpPr txBox="1"/>
          <p:nvPr>
            <p:ph idx="11" type="ftr"/>
          </p:nvPr>
        </p:nvSpPr>
        <p:spPr>
          <a:xfrm>
            <a:off x="8128000" y="8967788"/>
            <a:ext cx="4117975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B3A787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8"/>
          <p:cNvSpPr txBox="1"/>
          <p:nvPr>
            <p:ph idx="12" type="sldNum"/>
          </p:nvPr>
        </p:nvSpPr>
        <p:spPr>
          <a:xfrm>
            <a:off x="12250738" y="8967788"/>
            <a:ext cx="649287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9"/>
          <p:cNvSpPr txBox="1"/>
          <p:nvPr>
            <p:ph type="title"/>
          </p:nvPr>
        </p:nvSpPr>
        <p:spPr>
          <a:xfrm>
            <a:off x="650240" y="308307"/>
            <a:ext cx="5418667" cy="1652693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rmAutofit/>
          </a:bodyPr>
          <a:lstStyle>
            <a:lvl1pPr lvl="0" algn="l">
              <a:lnSpc>
                <a:spcPct val="91741"/>
              </a:lnSpc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3100"/>
              <a:buFont typeface="Gill Sans"/>
              <a:buNone/>
              <a:defRPr b="1" sz="31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9"/>
          <p:cNvSpPr txBox="1"/>
          <p:nvPr>
            <p:ph idx="1" type="body"/>
          </p:nvPr>
        </p:nvSpPr>
        <p:spPr>
          <a:xfrm>
            <a:off x="650240" y="2001016"/>
            <a:ext cx="5418667" cy="993422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130025" spcFirstLastPara="1" rIns="130025" wrap="square" tIns="650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1pPr>
            <a:lvl2pPr indent="-228600" lvl="1" marL="914400" algn="l">
              <a:spcBef>
                <a:spcPts val="788"/>
              </a:spcBef>
              <a:spcAft>
                <a:spcPts val="0"/>
              </a:spcAft>
              <a:buSzPts val="1700"/>
              <a:buNone/>
              <a:defRPr sz="17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3pPr>
            <a:lvl4pPr indent="-228600" lvl="3" marL="1828800" algn="l">
              <a:spcBef>
                <a:spcPts val="260"/>
              </a:spcBef>
              <a:spcAft>
                <a:spcPts val="0"/>
              </a:spcAft>
              <a:buSzPts val="1300"/>
              <a:buNone/>
              <a:defRPr sz="1300"/>
            </a:lvl4pPr>
            <a:lvl5pPr indent="-228600" lvl="4" marL="2286000" algn="l">
              <a:spcBef>
                <a:spcPts val="260"/>
              </a:spcBef>
              <a:spcAft>
                <a:spcPts val="0"/>
              </a:spcAft>
              <a:buSzPts val="1300"/>
              <a:buNone/>
              <a:defRPr sz="13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74" name="Google Shape;74;p9"/>
          <p:cNvSpPr txBox="1"/>
          <p:nvPr>
            <p:ph idx="2" type="body"/>
          </p:nvPr>
        </p:nvSpPr>
        <p:spPr>
          <a:xfrm>
            <a:off x="650240" y="3034454"/>
            <a:ext cx="11595947" cy="5678312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130025" spcFirstLastPara="1" rIns="130025" wrap="square" tIns="65000">
            <a:noAutofit/>
          </a:bodyPr>
          <a:lstStyle>
            <a:lvl1pPr indent="-462280" lvl="0" marL="457200" algn="l">
              <a:spcBef>
                <a:spcPts val="850"/>
              </a:spcBef>
              <a:spcAft>
                <a:spcPts val="0"/>
              </a:spcAft>
              <a:buSzPts val="3680"/>
              <a:buChar char="⚫"/>
              <a:defRPr sz="4600"/>
            </a:lvl1pPr>
            <a:lvl2pPr indent="-482600" lvl="1" marL="914400" algn="l">
              <a:spcBef>
                <a:spcPts val="788"/>
              </a:spcBef>
              <a:spcAft>
                <a:spcPts val="0"/>
              </a:spcAft>
              <a:buSzPts val="4000"/>
              <a:buChar char="◦"/>
              <a:defRPr sz="4000"/>
            </a:lvl2pPr>
            <a:lvl3pPr indent="-444500" lvl="2" marL="1371600" algn="l">
              <a:spcBef>
                <a:spcPts val="680"/>
              </a:spcBef>
              <a:spcAft>
                <a:spcPts val="0"/>
              </a:spcAft>
              <a:buSzPts val="3400"/>
              <a:buChar char="●"/>
              <a:defRPr sz="3400"/>
            </a:lvl3pPr>
            <a:lvl4pPr indent="-406400" lvl="3" marL="1828800" algn="l">
              <a:spcBef>
                <a:spcPts val="560"/>
              </a:spcBef>
              <a:spcAft>
                <a:spcPts val="0"/>
              </a:spcAft>
              <a:buSzPts val="2800"/>
              <a:buChar char="●"/>
              <a:defRPr sz="2800"/>
            </a:lvl4pPr>
            <a:lvl5pPr indent="-406400" lvl="4" marL="2286000" algn="l">
              <a:spcBef>
                <a:spcPts val="560"/>
              </a:spcBef>
              <a:spcAft>
                <a:spcPts val="0"/>
              </a:spcAft>
              <a:buSzPts val="2800"/>
              <a:buChar char="●"/>
              <a:defRPr sz="2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75" name="Google Shape;75;p9"/>
          <p:cNvSpPr txBox="1"/>
          <p:nvPr>
            <p:ph idx="10" type="dt"/>
          </p:nvPr>
        </p:nvSpPr>
        <p:spPr>
          <a:xfrm>
            <a:off x="5094288" y="8967788"/>
            <a:ext cx="3033712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9"/>
          <p:cNvSpPr txBox="1"/>
          <p:nvPr>
            <p:ph idx="11" type="ftr"/>
          </p:nvPr>
        </p:nvSpPr>
        <p:spPr>
          <a:xfrm>
            <a:off x="8128000" y="8967788"/>
            <a:ext cx="4117975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B3A787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9"/>
          <p:cNvSpPr txBox="1"/>
          <p:nvPr>
            <p:ph idx="12" type="sldNum"/>
          </p:nvPr>
        </p:nvSpPr>
        <p:spPr>
          <a:xfrm>
            <a:off x="12250738" y="8967788"/>
            <a:ext cx="649287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"/>
          <p:cNvSpPr/>
          <p:nvPr/>
        </p:nvSpPr>
        <p:spPr>
          <a:xfrm>
            <a:off x="1083733" y="1517227"/>
            <a:ext cx="6502400" cy="6502400"/>
          </a:xfrm>
          <a:prstGeom prst="rect">
            <a:avLst/>
          </a:prstGeom>
          <a:solidFill>
            <a:srgbClr val="FFFFFF"/>
          </a:solidFill>
          <a:ln cap="sq" cmpd="sng" w="8890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5500" rotWithShape="0" algn="tl" dir="5400000" dist="18500">
              <a:srgbClr val="000000">
                <a:alpha val="34902"/>
              </a:srgbClr>
            </a:outerShdw>
          </a:effectLst>
        </p:spPr>
        <p:txBody>
          <a:bodyPr anchorCtr="0" anchor="t" bIns="65000" lIns="130025" spcFirstLastPara="1" rIns="130025" wrap="square" tIns="390125">
            <a:noAutofit/>
          </a:bodyPr>
          <a:lstStyle/>
          <a:p>
            <a:pPr indent="0" lvl="0" marL="0" marR="0" rtl="0" algn="l">
              <a:lnSpc>
                <a:spcPct val="9276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80"/>
              <a:buFont typeface="Noto Sans Symbols"/>
              <a:buNone/>
            </a:pPr>
            <a:r>
              <a:t/>
            </a:r>
            <a:endParaRPr b="0" i="0" sz="46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0" name="Google Shape;80;p10"/>
          <p:cNvSpPr/>
          <p:nvPr/>
        </p:nvSpPr>
        <p:spPr>
          <a:xfrm rot="-2131329">
            <a:off x="563563" y="1357313"/>
            <a:ext cx="976312" cy="290512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sx="96000" rotWithShape="0" algn="tl" dir="3300000" dist="25400" sy="96000">
              <a:srgbClr val="EAD8B0">
                <a:alpha val="40000"/>
              </a:srgbClr>
            </a:outerShdw>
          </a:effectLst>
        </p:spPr>
        <p:txBody>
          <a:bodyPr anchorCtr="0" anchor="ctr" bIns="65000" lIns="130025" spcFirstLastPara="1" rIns="130025" wrap="square" tIns="6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1" name="Google Shape;81;p10"/>
          <p:cNvSpPr/>
          <p:nvPr/>
        </p:nvSpPr>
        <p:spPr>
          <a:xfrm flipH="1" rot="2103354">
            <a:off x="7116763" y="1331913"/>
            <a:ext cx="922337" cy="290512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sx="96000" rotWithShape="0" algn="tl" dir="3300000" dist="25400" sy="96000">
              <a:schemeClr val="lt2">
                <a:alpha val="20000"/>
              </a:schemeClr>
            </a:outerShdw>
          </a:effectLst>
        </p:spPr>
        <p:txBody>
          <a:bodyPr anchorCtr="0" anchor="ctr" bIns="65000" lIns="130025" spcFirstLastPara="1" rIns="130025" wrap="square" tIns="6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2" name="Google Shape;82;p10"/>
          <p:cNvSpPr txBox="1"/>
          <p:nvPr>
            <p:ph type="title"/>
          </p:nvPr>
        </p:nvSpPr>
        <p:spPr>
          <a:xfrm>
            <a:off x="8372474" y="1517227"/>
            <a:ext cx="3901440" cy="2817707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72314"/>
              </a:buClr>
              <a:buSzPts val="3000"/>
              <a:buFont typeface="Gill Sans"/>
              <a:buNone/>
              <a:defRPr b="1" sz="3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0"/>
          <p:cNvSpPr/>
          <p:nvPr>
            <p:ph idx="2" type="pic"/>
          </p:nvPr>
        </p:nvSpPr>
        <p:spPr>
          <a:xfrm>
            <a:off x="1192107" y="1625605"/>
            <a:ext cx="6285653" cy="4998444"/>
          </a:xfrm>
          <a:prstGeom prst="roundRect">
            <a:avLst>
              <a:gd fmla="val 783" name="adj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4" name="Google Shape;84;p10"/>
          <p:cNvSpPr txBox="1"/>
          <p:nvPr>
            <p:ph idx="1" type="body"/>
          </p:nvPr>
        </p:nvSpPr>
        <p:spPr>
          <a:xfrm>
            <a:off x="1192107" y="6827520"/>
            <a:ext cx="6285653" cy="1083733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Autofit/>
          </a:bodyPr>
          <a:lstStyle>
            <a:lvl1pPr indent="-228600" lvl="0" marL="457200" algn="l">
              <a:lnSpc>
                <a:spcPct val="1138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777777"/>
                </a:solidFill>
              </a:defRPr>
            </a:lvl1pPr>
            <a:lvl2pPr indent="-336550" lvl="1" marL="914400" algn="l">
              <a:spcBef>
                <a:spcPts val="788"/>
              </a:spcBef>
              <a:spcAft>
                <a:spcPts val="0"/>
              </a:spcAft>
              <a:buSzPts val="1700"/>
              <a:buChar char="◦"/>
              <a:defRPr sz="1700"/>
            </a:lvl2pPr>
            <a:lvl3pPr indent="-317500" lvl="2" marL="1371600" algn="l">
              <a:spcBef>
                <a:spcPts val="280"/>
              </a:spcBef>
              <a:spcAft>
                <a:spcPts val="0"/>
              </a:spcAft>
              <a:buSzPts val="1400"/>
              <a:buChar char="●"/>
              <a:defRPr sz="1400"/>
            </a:lvl3pPr>
            <a:lvl4pPr indent="-311150" lvl="3" marL="1828800" algn="l">
              <a:spcBef>
                <a:spcPts val="26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 algn="l">
              <a:spcBef>
                <a:spcPts val="260"/>
              </a:spcBef>
              <a:spcAft>
                <a:spcPts val="0"/>
              </a:spcAft>
              <a:buSzPts val="1300"/>
              <a:buChar char="●"/>
              <a:defRPr sz="13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85" name="Google Shape;85;p10"/>
          <p:cNvSpPr txBox="1"/>
          <p:nvPr>
            <p:ph idx="10" type="dt"/>
          </p:nvPr>
        </p:nvSpPr>
        <p:spPr>
          <a:xfrm>
            <a:off x="5094288" y="8967788"/>
            <a:ext cx="3033712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>
            <p:ph idx="11" type="ftr"/>
          </p:nvPr>
        </p:nvSpPr>
        <p:spPr>
          <a:xfrm>
            <a:off x="8128000" y="8967788"/>
            <a:ext cx="4117975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B3A787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0"/>
          <p:cNvSpPr txBox="1"/>
          <p:nvPr>
            <p:ph idx="12" type="sldNum"/>
          </p:nvPr>
        </p:nvSpPr>
        <p:spPr>
          <a:xfrm>
            <a:off x="12250738" y="8967788"/>
            <a:ext cx="649287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1"/>
          <p:cNvSpPr txBox="1"/>
          <p:nvPr>
            <p:ph type="title"/>
          </p:nvPr>
        </p:nvSpPr>
        <p:spPr>
          <a:xfrm>
            <a:off x="2041525" y="390525"/>
            <a:ext cx="10664825" cy="16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1"/>
          <p:cNvSpPr txBox="1"/>
          <p:nvPr>
            <p:ph idx="1" type="body"/>
          </p:nvPr>
        </p:nvSpPr>
        <p:spPr>
          <a:xfrm rot="5400000">
            <a:off x="3960019" y="140494"/>
            <a:ext cx="6827837" cy="10664825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130025" spcFirstLastPara="1" rIns="130025" wrap="square" tIns="65000">
            <a:noAutofit/>
          </a:bodyPr>
          <a:lstStyle>
            <a:lvl1pPr indent="-320040" lvl="0" marL="457200" algn="l">
              <a:spcBef>
                <a:spcPts val="850"/>
              </a:spcBef>
              <a:spcAft>
                <a:spcPts val="0"/>
              </a:spcAft>
              <a:buSzPts val="1440"/>
              <a:buChar char="⚫"/>
              <a:defRPr/>
            </a:lvl1pPr>
            <a:lvl2pPr indent="-342900" lvl="1" marL="914400" algn="l">
              <a:spcBef>
                <a:spcPts val="788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91" name="Google Shape;91;p11"/>
          <p:cNvSpPr txBox="1"/>
          <p:nvPr>
            <p:ph idx="10" type="dt"/>
          </p:nvPr>
        </p:nvSpPr>
        <p:spPr>
          <a:xfrm>
            <a:off x="5094288" y="8967788"/>
            <a:ext cx="3033712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1"/>
          <p:cNvSpPr txBox="1"/>
          <p:nvPr>
            <p:ph idx="11" type="ftr"/>
          </p:nvPr>
        </p:nvSpPr>
        <p:spPr>
          <a:xfrm>
            <a:off x="8128000" y="8967788"/>
            <a:ext cx="4117975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B3A787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1"/>
          <p:cNvSpPr txBox="1"/>
          <p:nvPr>
            <p:ph idx="12" type="sldNum"/>
          </p:nvPr>
        </p:nvSpPr>
        <p:spPr>
          <a:xfrm>
            <a:off x="12250738" y="8967788"/>
            <a:ext cx="649287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>
            <p:ph type="title"/>
          </p:nvPr>
        </p:nvSpPr>
        <p:spPr>
          <a:xfrm rot="5400000">
            <a:off x="6892996" y="3251203"/>
            <a:ext cx="8322169" cy="2600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2"/>
          <p:cNvSpPr txBox="1"/>
          <p:nvPr>
            <p:ph idx="1" type="body"/>
          </p:nvPr>
        </p:nvSpPr>
        <p:spPr>
          <a:xfrm rot="5400000">
            <a:off x="1420142" y="596058"/>
            <a:ext cx="8322169" cy="7911253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130025" spcFirstLastPara="1" rIns="130025" wrap="square" tIns="65000">
            <a:noAutofit/>
          </a:bodyPr>
          <a:lstStyle>
            <a:lvl1pPr indent="-320040" lvl="0" marL="457200" algn="l">
              <a:spcBef>
                <a:spcPts val="850"/>
              </a:spcBef>
              <a:spcAft>
                <a:spcPts val="0"/>
              </a:spcAft>
              <a:buSzPts val="1440"/>
              <a:buChar char="⚫"/>
              <a:defRPr/>
            </a:lvl1pPr>
            <a:lvl2pPr indent="-342900" lvl="1" marL="914400" algn="l">
              <a:spcBef>
                <a:spcPts val="788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97" name="Google Shape;97;p12"/>
          <p:cNvSpPr txBox="1"/>
          <p:nvPr>
            <p:ph idx="10" type="dt"/>
          </p:nvPr>
        </p:nvSpPr>
        <p:spPr>
          <a:xfrm>
            <a:off x="5094288" y="8967788"/>
            <a:ext cx="3033712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2"/>
          <p:cNvSpPr txBox="1"/>
          <p:nvPr>
            <p:ph idx="11" type="ftr"/>
          </p:nvPr>
        </p:nvSpPr>
        <p:spPr>
          <a:xfrm>
            <a:off x="8128000" y="8967788"/>
            <a:ext cx="4117975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B3A787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2"/>
          <p:cNvSpPr txBox="1"/>
          <p:nvPr>
            <p:ph idx="12" type="sldNum"/>
          </p:nvPr>
        </p:nvSpPr>
        <p:spPr>
          <a:xfrm>
            <a:off x="12250738" y="8967788"/>
            <a:ext cx="649287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4"/>
          <p:cNvSpPr txBox="1"/>
          <p:nvPr>
            <p:ph type="ctrTitle"/>
          </p:nvPr>
        </p:nvSpPr>
        <p:spPr>
          <a:xfrm>
            <a:off x="974725" y="3030538"/>
            <a:ext cx="11055300" cy="20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4"/>
          <p:cNvSpPr txBox="1"/>
          <p:nvPr>
            <p:ph idx="1" type="subTitle"/>
          </p:nvPr>
        </p:nvSpPr>
        <p:spPr>
          <a:xfrm>
            <a:off x="1951038" y="5527675"/>
            <a:ext cx="9102600" cy="24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ill Sans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ill Sans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ill Sans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ill Sans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ill Sans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ill Sans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ill Sans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ill Sans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ill Sans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>
            <p:ph type="title"/>
          </p:nvPr>
        </p:nvSpPr>
        <p:spPr>
          <a:xfrm>
            <a:off x="1270000" y="1638300"/>
            <a:ext cx="10464900" cy="33021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5"/>
          <p:cNvSpPr txBox="1"/>
          <p:nvPr>
            <p:ph idx="1" type="body"/>
          </p:nvPr>
        </p:nvSpPr>
        <p:spPr>
          <a:xfrm>
            <a:off x="1270000" y="5029200"/>
            <a:ext cx="104649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228600" lvl="5" marL="274320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 txBox="1"/>
          <p:nvPr>
            <p:ph type="title"/>
          </p:nvPr>
        </p:nvSpPr>
        <p:spPr>
          <a:xfrm>
            <a:off x="1027113" y="6267450"/>
            <a:ext cx="11053800" cy="19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6"/>
          <p:cNvSpPr txBox="1"/>
          <p:nvPr>
            <p:ph idx="1" type="body"/>
          </p:nvPr>
        </p:nvSpPr>
        <p:spPr>
          <a:xfrm>
            <a:off x="1027113" y="4133850"/>
            <a:ext cx="1105380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ill Sans"/>
              <a:buNone/>
              <a:defRPr sz="2000"/>
            </a:lvl1pPr>
            <a:lvl2pPr indent="-22860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None/>
              <a:defRPr sz="1800"/>
            </a:lvl2pPr>
            <a:lvl3pPr indent="-22860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None/>
              <a:defRPr sz="1600"/>
            </a:lvl3pPr>
            <a:lvl4pPr indent="-22860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ill Sans"/>
              <a:buNone/>
              <a:defRPr sz="1400"/>
            </a:lvl4pPr>
            <a:lvl5pPr indent="-22860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ill Sans"/>
              <a:buNone/>
              <a:defRPr sz="1400"/>
            </a:lvl5pPr>
            <a:lvl6pPr indent="-22860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ill Sans"/>
              <a:buNone/>
              <a:defRPr sz="1400"/>
            </a:lvl6pPr>
            <a:lvl7pPr indent="-22860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ill Sans"/>
              <a:buNone/>
              <a:defRPr sz="1400"/>
            </a:lvl7pPr>
            <a:lvl8pPr indent="-22860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ill Sans"/>
              <a:buNone/>
              <a:defRPr sz="1400"/>
            </a:lvl8pPr>
            <a:lvl9pPr indent="-22860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ill Sans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type="title"/>
          </p:nvPr>
        </p:nvSpPr>
        <p:spPr>
          <a:xfrm>
            <a:off x="1270000" y="1638300"/>
            <a:ext cx="10464900" cy="33021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7"/>
          <p:cNvSpPr txBox="1"/>
          <p:nvPr>
            <p:ph idx="1" type="body"/>
          </p:nvPr>
        </p:nvSpPr>
        <p:spPr>
          <a:xfrm>
            <a:off x="1270000" y="5029200"/>
            <a:ext cx="51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>
            <a:lvl1pPr indent="-4064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ill Sans"/>
              <a:buChar char="•"/>
              <a:defRPr sz="2800"/>
            </a:lvl1pPr>
            <a:lvl2pPr indent="-38100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ill Sans"/>
              <a:buChar char="–"/>
              <a:defRPr sz="2400"/>
            </a:lvl2pPr>
            <a:lvl3pPr indent="-35560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ill Sans"/>
              <a:buChar char="•"/>
              <a:defRPr sz="2000"/>
            </a:lvl3pPr>
            <a:lvl4pPr indent="-34290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Char char="–"/>
              <a:defRPr sz="1800"/>
            </a:lvl4pPr>
            <a:lvl5pPr indent="-34290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Char char="»"/>
              <a:defRPr sz="1800"/>
            </a:lvl5pPr>
            <a:lvl6pPr indent="-228600" lvl="5" marL="27432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5" name="Google Shape;115;p17"/>
          <p:cNvSpPr txBox="1"/>
          <p:nvPr>
            <p:ph idx="2" type="body"/>
          </p:nvPr>
        </p:nvSpPr>
        <p:spPr>
          <a:xfrm>
            <a:off x="6578600" y="5029200"/>
            <a:ext cx="51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>
            <a:lvl1pPr indent="-4064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ill Sans"/>
              <a:buChar char="•"/>
              <a:defRPr sz="2800"/>
            </a:lvl1pPr>
            <a:lvl2pPr indent="-38100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ill Sans"/>
              <a:buChar char="–"/>
              <a:defRPr sz="2400"/>
            </a:lvl2pPr>
            <a:lvl3pPr indent="-35560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ill Sans"/>
              <a:buChar char="•"/>
              <a:defRPr sz="2000"/>
            </a:lvl3pPr>
            <a:lvl4pPr indent="-34290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Char char="–"/>
              <a:defRPr sz="1800"/>
            </a:lvl4pPr>
            <a:lvl5pPr indent="-34290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Char char="»"/>
              <a:defRPr sz="1800"/>
            </a:lvl5pPr>
            <a:lvl6pPr indent="-228600" lvl="5" marL="27432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/>
          <p:nvPr>
            <p:ph type="title"/>
          </p:nvPr>
        </p:nvSpPr>
        <p:spPr>
          <a:xfrm>
            <a:off x="650875" y="390525"/>
            <a:ext cx="11703000" cy="16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8"/>
          <p:cNvSpPr txBox="1"/>
          <p:nvPr>
            <p:ph idx="1" type="body"/>
          </p:nvPr>
        </p:nvSpPr>
        <p:spPr>
          <a:xfrm>
            <a:off x="650875" y="2182813"/>
            <a:ext cx="5745300" cy="9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ill Sans"/>
              <a:buNone/>
              <a:defRPr b="1" sz="2400"/>
            </a:lvl1pPr>
            <a:lvl2pPr indent="-22860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ill Sans"/>
              <a:buNone/>
              <a:defRPr b="1" sz="2000"/>
            </a:lvl2pPr>
            <a:lvl3pPr indent="-22860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None/>
              <a:defRPr b="1" sz="1800"/>
            </a:lvl3pPr>
            <a:lvl4pPr indent="-22860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None/>
              <a:defRPr b="1" sz="1600"/>
            </a:lvl4pPr>
            <a:lvl5pPr indent="-22860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None/>
              <a:defRPr b="1" sz="1600"/>
            </a:lvl5pPr>
            <a:lvl6pPr indent="-22860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None/>
              <a:defRPr b="1" sz="1600"/>
            </a:lvl6pPr>
            <a:lvl7pPr indent="-22860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None/>
              <a:defRPr b="1" sz="1600"/>
            </a:lvl7pPr>
            <a:lvl8pPr indent="-22860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None/>
              <a:defRPr b="1" sz="1600"/>
            </a:lvl8pPr>
            <a:lvl9pPr indent="-22860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None/>
              <a:defRPr b="1" sz="1600"/>
            </a:lvl9pPr>
          </a:lstStyle>
          <a:p/>
        </p:txBody>
      </p:sp>
      <p:sp>
        <p:nvSpPr>
          <p:cNvPr id="119" name="Google Shape;119;p18"/>
          <p:cNvSpPr txBox="1"/>
          <p:nvPr>
            <p:ph idx="2" type="body"/>
          </p:nvPr>
        </p:nvSpPr>
        <p:spPr>
          <a:xfrm>
            <a:off x="650875" y="3092450"/>
            <a:ext cx="5745300" cy="56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ill Sans"/>
              <a:buChar char="•"/>
              <a:defRPr sz="2400"/>
            </a:lvl1pPr>
            <a:lvl2pPr indent="-35560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ill Sans"/>
              <a:buChar char="–"/>
              <a:defRPr sz="2000"/>
            </a:lvl2pPr>
            <a:lvl3pPr indent="-34290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Char char="•"/>
              <a:defRPr sz="1800"/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Char char="–"/>
              <a:defRPr sz="1600"/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Char char="»"/>
              <a:defRPr sz="1600"/>
            </a:lvl5pPr>
            <a:lvl6pPr indent="-228600" lvl="5" marL="27432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indent="-228600" lvl="6" marL="32004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indent="-228600" lvl="7" marL="36576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indent="-228600" lvl="8" marL="41148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/>
        </p:txBody>
      </p:sp>
      <p:sp>
        <p:nvSpPr>
          <p:cNvPr id="120" name="Google Shape;120;p18"/>
          <p:cNvSpPr txBox="1"/>
          <p:nvPr>
            <p:ph idx="3" type="body"/>
          </p:nvPr>
        </p:nvSpPr>
        <p:spPr>
          <a:xfrm>
            <a:off x="6605588" y="2182813"/>
            <a:ext cx="5748300" cy="9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ill Sans"/>
              <a:buNone/>
              <a:defRPr b="1" sz="2400"/>
            </a:lvl1pPr>
            <a:lvl2pPr indent="-22860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ill Sans"/>
              <a:buNone/>
              <a:defRPr b="1" sz="2000"/>
            </a:lvl2pPr>
            <a:lvl3pPr indent="-22860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None/>
              <a:defRPr b="1" sz="1800"/>
            </a:lvl3pPr>
            <a:lvl4pPr indent="-22860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None/>
              <a:defRPr b="1" sz="1600"/>
            </a:lvl4pPr>
            <a:lvl5pPr indent="-22860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None/>
              <a:defRPr b="1" sz="1600"/>
            </a:lvl5pPr>
            <a:lvl6pPr indent="-22860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None/>
              <a:defRPr b="1" sz="1600"/>
            </a:lvl6pPr>
            <a:lvl7pPr indent="-22860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None/>
              <a:defRPr b="1" sz="1600"/>
            </a:lvl7pPr>
            <a:lvl8pPr indent="-22860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None/>
              <a:defRPr b="1" sz="1600"/>
            </a:lvl8pPr>
            <a:lvl9pPr indent="-22860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None/>
              <a:defRPr b="1" sz="1600"/>
            </a:lvl9pPr>
          </a:lstStyle>
          <a:p/>
        </p:txBody>
      </p:sp>
      <p:sp>
        <p:nvSpPr>
          <p:cNvPr id="121" name="Google Shape;121;p18"/>
          <p:cNvSpPr txBox="1"/>
          <p:nvPr>
            <p:ph idx="4" type="body"/>
          </p:nvPr>
        </p:nvSpPr>
        <p:spPr>
          <a:xfrm>
            <a:off x="6605588" y="3092450"/>
            <a:ext cx="5748300" cy="56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ill Sans"/>
              <a:buChar char="•"/>
              <a:defRPr sz="2400"/>
            </a:lvl1pPr>
            <a:lvl2pPr indent="-35560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ill Sans"/>
              <a:buChar char="–"/>
              <a:defRPr sz="2000"/>
            </a:lvl2pPr>
            <a:lvl3pPr indent="-34290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ill Sans"/>
              <a:buChar char="•"/>
              <a:defRPr sz="1800"/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Char char="–"/>
              <a:defRPr sz="1600"/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ill Sans"/>
              <a:buChar char="»"/>
              <a:defRPr sz="1600"/>
            </a:lvl5pPr>
            <a:lvl6pPr indent="-228600" lvl="5" marL="27432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indent="-228600" lvl="6" marL="32004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indent="-228600" lvl="7" marL="36576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indent="-228600" lvl="8" marL="41148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/>
          <p:nvPr>
            <p:ph type="title"/>
          </p:nvPr>
        </p:nvSpPr>
        <p:spPr>
          <a:xfrm>
            <a:off x="1270000" y="1638300"/>
            <a:ext cx="10464900" cy="33021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1"/>
          <p:cNvSpPr txBox="1"/>
          <p:nvPr>
            <p:ph type="title"/>
          </p:nvPr>
        </p:nvSpPr>
        <p:spPr>
          <a:xfrm>
            <a:off x="650875" y="388938"/>
            <a:ext cx="4278300" cy="16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1"/>
          <p:cNvSpPr txBox="1"/>
          <p:nvPr>
            <p:ph idx="1" type="body"/>
          </p:nvPr>
        </p:nvSpPr>
        <p:spPr>
          <a:xfrm>
            <a:off x="5084763" y="388938"/>
            <a:ext cx="7269300" cy="83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>
            <a:lvl1pPr indent="-4318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Char char="•"/>
              <a:defRPr sz="3200"/>
            </a:lvl1pPr>
            <a:lvl2pPr indent="-40640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ill Sans"/>
              <a:buChar char="–"/>
              <a:defRPr sz="2800"/>
            </a:lvl2pPr>
            <a:lvl3pPr indent="-38100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ill Sans"/>
              <a:buChar char="•"/>
              <a:defRPr sz="2400"/>
            </a:lvl3pPr>
            <a:lvl4pPr indent="-35560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ill Sans"/>
              <a:buChar char="–"/>
              <a:defRPr sz="2000"/>
            </a:lvl4pPr>
            <a:lvl5pPr indent="-35560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ill Sans"/>
              <a:buChar char="»"/>
              <a:defRPr sz="2000"/>
            </a:lvl5pPr>
            <a:lvl6pPr indent="-228600" lvl="5" marL="27432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000"/>
            </a:lvl6pPr>
            <a:lvl7pPr indent="-228600" lvl="6" marL="32004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000"/>
            </a:lvl7pPr>
            <a:lvl8pPr indent="-228600" lvl="7" marL="36576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000"/>
            </a:lvl8pPr>
            <a:lvl9pPr indent="-228600" lvl="8" marL="411480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000"/>
            </a:lvl9pPr>
          </a:lstStyle>
          <a:p/>
        </p:txBody>
      </p:sp>
      <p:sp>
        <p:nvSpPr>
          <p:cNvPr id="128" name="Google Shape;128;p21"/>
          <p:cNvSpPr txBox="1"/>
          <p:nvPr>
            <p:ph idx="2" type="body"/>
          </p:nvPr>
        </p:nvSpPr>
        <p:spPr>
          <a:xfrm>
            <a:off x="650875" y="2041525"/>
            <a:ext cx="4278300" cy="66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ill Sans"/>
              <a:buNone/>
              <a:defRPr sz="1400"/>
            </a:lvl1pPr>
            <a:lvl2pPr indent="-22860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ill Sans"/>
              <a:buNone/>
              <a:defRPr sz="1200"/>
            </a:lvl2pPr>
            <a:lvl3pPr indent="-22860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ill Sans"/>
              <a:buNone/>
              <a:defRPr sz="1000"/>
            </a:lvl3pPr>
            <a:lvl4pPr indent="-22860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ill Sans"/>
              <a:buNone/>
              <a:defRPr sz="900"/>
            </a:lvl4pPr>
            <a:lvl5pPr indent="-22860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ill Sans"/>
              <a:buNone/>
              <a:defRPr sz="900"/>
            </a:lvl5pPr>
            <a:lvl6pPr indent="-22860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ill Sans"/>
              <a:buNone/>
              <a:defRPr sz="900"/>
            </a:lvl6pPr>
            <a:lvl7pPr indent="-22860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ill Sans"/>
              <a:buNone/>
              <a:defRPr sz="900"/>
            </a:lvl7pPr>
            <a:lvl8pPr indent="-22860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ill Sans"/>
              <a:buNone/>
              <a:defRPr sz="900"/>
            </a:lvl8pPr>
            <a:lvl9pPr indent="-22860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ill Sans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>
            <p:ph type="title"/>
          </p:nvPr>
        </p:nvSpPr>
        <p:spPr>
          <a:xfrm>
            <a:off x="2549525" y="6827838"/>
            <a:ext cx="7802700" cy="806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2"/>
          <p:cNvSpPr/>
          <p:nvPr>
            <p:ph idx="2" type="pic"/>
          </p:nvPr>
        </p:nvSpPr>
        <p:spPr>
          <a:xfrm>
            <a:off x="2549525" y="871538"/>
            <a:ext cx="7802700" cy="5851500"/>
          </a:xfrm>
          <a:prstGeom prst="rect">
            <a:avLst/>
          </a:prstGeom>
          <a:noFill/>
          <a:ln>
            <a:noFill/>
          </a:ln>
        </p:spPr>
      </p:sp>
      <p:sp>
        <p:nvSpPr>
          <p:cNvPr id="132" name="Google Shape;132;p22"/>
          <p:cNvSpPr txBox="1"/>
          <p:nvPr>
            <p:ph idx="1" type="body"/>
          </p:nvPr>
        </p:nvSpPr>
        <p:spPr>
          <a:xfrm>
            <a:off x="2549525" y="7634288"/>
            <a:ext cx="7802700" cy="11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ill Sans"/>
              <a:buNone/>
              <a:defRPr sz="1400"/>
            </a:lvl1pPr>
            <a:lvl2pPr indent="-22860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ill Sans"/>
              <a:buNone/>
              <a:defRPr sz="1200"/>
            </a:lvl2pPr>
            <a:lvl3pPr indent="-22860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ill Sans"/>
              <a:buNone/>
              <a:defRPr sz="1000"/>
            </a:lvl3pPr>
            <a:lvl4pPr indent="-22860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ill Sans"/>
              <a:buNone/>
              <a:defRPr sz="900"/>
            </a:lvl4pPr>
            <a:lvl5pPr indent="-22860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ill Sans"/>
              <a:buNone/>
              <a:defRPr sz="900"/>
            </a:lvl5pPr>
            <a:lvl6pPr indent="-22860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ill Sans"/>
              <a:buNone/>
              <a:defRPr sz="900"/>
            </a:lvl6pPr>
            <a:lvl7pPr indent="-22860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ill Sans"/>
              <a:buNone/>
              <a:defRPr sz="900"/>
            </a:lvl7pPr>
            <a:lvl8pPr indent="-22860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ill Sans"/>
              <a:buNone/>
              <a:defRPr sz="900"/>
            </a:lvl8pPr>
            <a:lvl9pPr indent="-22860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ill Sans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type="title"/>
          </p:nvPr>
        </p:nvSpPr>
        <p:spPr>
          <a:xfrm>
            <a:off x="1270000" y="1638300"/>
            <a:ext cx="10464900" cy="33021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3"/>
          <p:cNvSpPr txBox="1"/>
          <p:nvPr>
            <p:ph idx="1" type="body"/>
          </p:nvPr>
        </p:nvSpPr>
        <p:spPr>
          <a:xfrm rot="5400000">
            <a:off x="5937150" y="361950"/>
            <a:ext cx="1130400" cy="104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228600" lvl="5" marL="274320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/>
          <p:nvPr>
            <p:ph type="title"/>
          </p:nvPr>
        </p:nvSpPr>
        <p:spPr>
          <a:xfrm rot="5400000">
            <a:off x="8166000" y="2590800"/>
            <a:ext cx="4521300" cy="26163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4"/>
          <p:cNvSpPr txBox="1"/>
          <p:nvPr>
            <p:ph idx="1" type="body"/>
          </p:nvPr>
        </p:nvSpPr>
        <p:spPr>
          <a:xfrm rot="5400000">
            <a:off x="2857450" y="50850"/>
            <a:ext cx="4521300" cy="76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228600" lvl="5" marL="274320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/>
          </a:blip>
          <a:tile algn="tl" flip="xy" tx="0" sx="90000" ty="0" sy="90000"/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-1160463" y="-1160463"/>
            <a:ext cx="2330451" cy="2330451"/>
          </a:xfrm>
          <a:prstGeom prst="pie">
            <a:avLst>
              <a:gd fmla="val 0" name="adj1"/>
              <a:gd fmla="val 5402120" name="adj2"/>
            </a:avLst>
          </a:prstGeom>
          <a:solidFill>
            <a:srgbClr val="FEF9F3">
              <a:alpha val="32941"/>
            </a:srgbClr>
          </a:solidFill>
          <a:ln cap="rnd" cmpd="sng" w="9525">
            <a:solidFill>
              <a:srgbClr val="D1C1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000" lIns="130025" spcFirstLastPara="1" rIns="130025" wrap="square" tIns="6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" name="Google Shape;11;p1"/>
          <p:cNvSpPr/>
          <p:nvPr/>
        </p:nvSpPr>
        <p:spPr>
          <a:xfrm>
            <a:off x="239713" y="30163"/>
            <a:ext cx="2420937" cy="2420937"/>
          </a:xfrm>
          <a:prstGeom prst="ellipse">
            <a:avLst/>
          </a:prstGeom>
          <a:noFill/>
          <a:ln cap="rnd" cmpd="sng" w="27300">
            <a:solidFill>
              <a:srgbClr val="FFF5DB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tl" dir="5400000" dist="25400">
              <a:srgbClr val="ADA48C">
                <a:alpha val="85098"/>
              </a:srgbClr>
            </a:outerShdw>
          </a:effectLst>
        </p:spPr>
        <p:txBody>
          <a:bodyPr anchorCtr="0" anchor="ctr" bIns="65000" lIns="130025" spcFirstLastPara="1" rIns="130025" wrap="square" tIns="6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" name="Google Shape;12;p1"/>
          <p:cNvSpPr/>
          <p:nvPr/>
        </p:nvSpPr>
        <p:spPr>
          <a:xfrm rot="2315675">
            <a:off x="260098" y="1500554"/>
            <a:ext cx="1601020" cy="1568176"/>
          </a:xfrm>
          <a:prstGeom prst="donut">
            <a:avLst>
              <a:gd fmla="val 11833" name="adj"/>
            </a:avLst>
          </a:prstGeom>
          <a:gradFill>
            <a:gsLst>
              <a:gs pos="0">
                <a:srgbClr val="FEFBF4">
                  <a:alpha val="70196"/>
                </a:srgbClr>
              </a:gs>
              <a:gs pos="70000">
                <a:srgbClr val="FFFDF9">
                  <a:alpha val="54902"/>
                </a:srgbClr>
              </a:gs>
              <a:gs pos="100000">
                <a:srgbClr val="EDCF8C">
                  <a:alpha val="60000"/>
                </a:srgbClr>
              </a:gs>
            </a:gsLst>
            <a:path path="circle">
              <a:fillToRect b="100%" l="0%" r="100%" t="0%"/>
            </a:path>
            <a:tileRect b="0%" l="-100%" r="0%" t="-100%"/>
          </a:gradFill>
          <a:ln cap="rnd" cmpd="sng" w="9525">
            <a:solidFill>
              <a:srgbClr val="C5B39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tl" dir="4500000" dist="15000">
              <a:srgbClr val="564E40">
                <a:alpha val="34902"/>
              </a:srgbClr>
            </a:outerShdw>
          </a:effectLst>
        </p:spPr>
        <p:txBody>
          <a:bodyPr anchorCtr="0" anchor="ctr" bIns="65000" lIns="130025" spcFirstLastPara="1" rIns="130025" wrap="square" tIns="6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1439863" y="0"/>
            <a:ext cx="11564937" cy="9753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65000" lIns="130025" spcFirstLastPara="1" rIns="130025" wrap="square" tIns="6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" name="Google Shape;14;p1"/>
          <p:cNvSpPr txBox="1"/>
          <p:nvPr>
            <p:ph type="title"/>
          </p:nvPr>
        </p:nvSpPr>
        <p:spPr>
          <a:xfrm>
            <a:off x="2041525" y="390525"/>
            <a:ext cx="10664825" cy="16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1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1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1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1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1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1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1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1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100" u="none" cap="none" strike="noStrike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5" name="Google Shape;15;p1"/>
          <p:cNvSpPr txBox="1"/>
          <p:nvPr>
            <p:ph idx="1" type="body"/>
          </p:nvPr>
        </p:nvSpPr>
        <p:spPr>
          <a:xfrm>
            <a:off x="2041525" y="2058988"/>
            <a:ext cx="10664825" cy="6827837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130025" spcFirstLastPara="1" rIns="130025" wrap="square" tIns="65000">
            <a:noAutofit/>
          </a:bodyPr>
          <a:lstStyle>
            <a:lvl1pPr indent="-462280" lvl="0" marL="457200" marR="0" rtl="0" algn="l">
              <a:spcBef>
                <a:spcPts val="850"/>
              </a:spcBef>
              <a:spcAft>
                <a:spcPts val="0"/>
              </a:spcAft>
              <a:buClr>
                <a:schemeClr val="accent1"/>
              </a:buClr>
              <a:buSzPts val="3680"/>
              <a:buFont typeface="Noto Sans Symbols"/>
              <a:buChar char="⚫"/>
              <a:defRPr b="0" i="0" sz="4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482600" lvl="1" marL="914400" marR="0" rtl="0" algn="l">
              <a:spcBef>
                <a:spcPts val="788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Verdana"/>
              <a:buChar char="◦"/>
              <a:defRPr b="0" i="0" sz="4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444500" lvl="2" marL="1371600" marR="0" rtl="0" algn="l">
              <a:spcBef>
                <a:spcPts val="68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Noto Sans Symbols"/>
              <a:buChar char="●"/>
              <a:defRPr b="0" i="0" sz="3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406400" lvl="3" marL="1828800" marR="0" rtl="0" algn="l">
              <a:spcBef>
                <a:spcPts val="560"/>
              </a:spcBef>
              <a:spcAft>
                <a:spcPts val="0"/>
              </a:spcAft>
              <a:buClr>
                <a:srgbClr val="C32D2E"/>
              </a:buClr>
              <a:buSzPts val="2800"/>
              <a:buFont typeface="Noto Sans Symbols"/>
              <a:buChar char="●"/>
              <a:defRPr b="0" i="0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406400" lvl="4" marL="2286000" marR="0" rtl="0" algn="l">
              <a:spcBef>
                <a:spcPts val="560"/>
              </a:spcBef>
              <a:spcAft>
                <a:spcPts val="0"/>
              </a:spcAft>
              <a:buClr>
                <a:srgbClr val="84AA33"/>
              </a:buClr>
              <a:buSzPts val="2800"/>
              <a:buFont typeface="Noto Sans Symbols"/>
              <a:buChar char="●"/>
              <a:defRPr b="0" i="0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406400" lvl="5" marL="2743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Noto Sans Symbols"/>
              <a:buChar char="●"/>
              <a:defRPr b="0" i="0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406400" lvl="6" marL="3200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Char char="●"/>
              <a:defRPr b="0" i="0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406400" lvl="7" marL="36576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Char char="●"/>
              <a:defRPr b="0" i="0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406400" lvl="8" marL="41148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Char char="●"/>
              <a:defRPr b="0" i="0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6" name="Google Shape;16;p1"/>
          <p:cNvSpPr txBox="1"/>
          <p:nvPr>
            <p:ph idx="10" type="dt"/>
          </p:nvPr>
        </p:nvSpPr>
        <p:spPr>
          <a:xfrm>
            <a:off x="5094288" y="8967788"/>
            <a:ext cx="3033712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7" name="Google Shape;17;p1"/>
          <p:cNvSpPr txBox="1"/>
          <p:nvPr>
            <p:ph idx="11" type="ftr"/>
          </p:nvPr>
        </p:nvSpPr>
        <p:spPr>
          <a:xfrm>
            <a:off x="8128000" y="8967788"/>
            <a:ext cx="4117975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 u="none" cap="none" strike="noStrike">
                <a:solidFill>
                  <a:srgbClr val="A8A29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8" name="Google Shape;18;p1"/>
          <p:cNvSpPr txBox="1"/>
          <p:nvPr>
            <p:ph idx="12" type="sldNum"/>
          </p:nvPr>
        </p:nvSpPr>
        <p:spPr>
          <a:xfrm>
            <a:off x="12250738" y="8967788"/>
            <a:ext cx="649287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7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A8A292"/>
              </a:solidFill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1443038" y="0"/>
            <a:ext cx="104775" cy="97536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550" rotWithShape="0" algn="tl" dir="10800000" dist="38000">
              <a:srgbClr val="6F6A5F">
                <a:alpha val="25098"/>
              </a:srgbClr>
            </a:outerShdw>
          </a:effectLst>
        </p:spPr>
        <p:txBody>
          <a:bodyPr anchorCtr="0" anchor="ctr" bIns="65000" lIns="130025" spcFirstLastPara="1" rIns="130025" wrap="square" tIns="6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2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3"/>
          <p:cNvSpPr txBox="1"/>
          <p:nvPr>
            <p:ph idx="1" type="body"/>
          </p:nvPr>
        </p:nvSpPr>
        <p:spPr>
          <a:xfrm>
            <a:off x="1270000" y="5029200"/>
            <a:ext cx="104649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>
            <a:lvl1pPr indent="-457200" lvl="0" marL="45720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ill Sans"/>
              <a:buChar char="•"/>
              <a:defRPr b="0" i="0" sz="3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457200" lvl="1" marL="91440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ill Sans"/>
              <a:buChar char="–"/>
              <a:defRPr b="0" i="0" sz="3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457200" lvl="2" marL="137160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ill Sans"/>
              <a:buChar char="•"/>
              <a:defRPr b="0" i="0" sz="3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457200" lvl="3" marL="182880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ill Sans"/>
              <a:buChar char="–"/>
              <a:defRPr b="0" i="0" sz="3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457200" lvl="4" marL="228600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ill Sans"/>
              <a:buChar char="»"/>
              <a:defRPr b="0" i="0" sz="3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228600" lvl="5" marL="274320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28600" lvl="6" marL="320040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28600" lvl="7" marL="365760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28600" lvl="8" marL="411480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02" name="Google Shape;102;p13"/>
          <p:cNvSpPr txBox="1"/>
          <p:nvPr>
            <p:ph type="title"/>
          </p:nvPr>
        </p:nvSpPr>
        <p:spPr>
          <a:xfrm>
            <a:off x="1270000" y="1638300"/>
            <a:ext cx="10464900" cy="33021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5"/>
          <p:cNvPicPr preferRelativeResize="0"/>
          <p:nvPr/>
        </p:nvPicPr>
        <p:blipFill rotWithShape="1">
          <a:blip r:embed="rId3">
            <a:alphaModFix/>
          </a:blip>
          <a:srcRect b="16660" l="0" r="0" t="18021"/>
          <a:stretch/>
        </p:blipFill>
        <p:spPr>
          <a:xfrm>
            <a:off x="4273550" y="304800"/>
            <a:ext cx="5048250" cy="1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5"/>
          <p:cNvSpPr txBox="1"/>
          <p:nvPr/>
        </p:nvSpPr>
        <p:spPr>
          <a:xfrm>
            <a:off x="1676400" y="2270125"/>
            <a:ext cx="1069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Faculty of Engineering &amp; Technology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20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Jagran School of Engineering, Jagran Lakecity University, Bhopal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" name="Google Shape;145;p25"/>
          <p:cNvSpPr txBox="1"/>
          <p:nvPr/>
        </p:nvSpPr>
        <p:spPr>
          <a:xfrm>
            <a:off x="4049287" y="3697288"/>
            <a:ext cx="51111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563E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Major Project Presentation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" name="Google Shape;146;p25"/>
          <p:cNvSpPr txBox="1"/>
          <p:nvPr/>
        </p:nvSpPr>
        <p:spPr>
          <a:xfrm>
            <a:off x="4018097" y="4495800"/>
            <a:ext cx="55194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EVALIXAI: AI-POWERED RECRUITMENT &amp; CANDIDATE SCREENING PLATFORM</a:t>
            </a:r>
            <a:endParaRPr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25"/>
          <p:cNvSpPr txBox="1"/>
          <p:nvPr/>
        </p:nvSpPr>
        <p:spPr>
          <a:xfrm>
            <a:off x="1473200" y="6662738"/>
            <a:ext cx="4968000" cy="9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Under the Supervision of:</a:t>
            </a:r>
            <a:endParaRPr b="1" i="0" sz="1800" u="none" cap="none" strike="noStrike">
              <a:solidFill>
                <a:srgbClr val="1E3A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C11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Dileep Kumar Singh</a:t>
            </a:r>
            <a:endParaRPr sz="1500">
              <a:solidFill>
                <a:srgbClr val="4C113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C11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Professor &amp; Head, JSEN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25"/>
          <p:cNvSpPr txBox="1"/>
          <p:nvPr/>
        </p:nvSpPr>
        <p:spPr>
          <a:xfrm>
            <a:off x="8712200" y="6629400"/>
            <a:ext cx="4038600" cy="9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Presented by: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Aakash Sarang (2023BTCSE001)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Manish Kumar Srivastav (2023BTCSE009)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6"/>
          <p:cNvSpPr txBox="1"/>
          <p:nvPr>
            <p:ph type="title"/>
          </p:nvPr>
        </p:nvSpPr>
        <p:spPr>
          <a:xfrm>
            <a:off x="2041525" y="390525"/>
            <a:ext cx="10664825" cy="16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Outline of Presentation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p26"/>
          <p:cNvSpPr txBox="1"/>
          <p:nvPr>
            <p:ph idx="1" type="body"/>
          </p:nvPr>
        </p:nvSpPr>
        <p:spPr>
          <a:xfrm>
            <a:off x="2041525" y="2058988"/>
            <a:ext cx="10664825" cy="7008812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130025" spcFirstLastPara="1" rIns="130025" wrap="square" tIns="65000">
            <a:noAutofit/>
          </a:bodyPr>
          <a:lstStyle/>
          <a:p>
            <a:pPr indent="0" lvl="0" marL="51911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Introduction &amp; Project Overview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19113" rtl="0" algn="l">
              <a:lnSpc>
                <a:spcPct val="115000"/>
              </a:lnSpc>
              <a:spcBef>
                <a:spcPts val="155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Problem Statement &amp; Industry Motivation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19113" rtl="0" algn="l">
              <a:lnSpc>
                <a:spcPct val="115000"/>
              </a:lnSpc>
              <a:spcBef>
                <a:spcPts val="155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Key Features &amp; Core Intelligence Modules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19113" rtl="0" algn="l">
              <a:lnSpc>
                <a:spcPct val="115000"/>
              </a:lnSpc>
              <a:spcBef>
                <a:spcPts val="155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System Architecture &amp; Microservices Topology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19113" rtl="0" algn="l">
              <a:lnSpc>
                <a:spcPct val="115000"/>
              </a:lnSpc>
              <a:spcBef>
                <a:spcPts val="155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AI Resume Screening &amp; Data Flow Sequence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19113" rtl="0" algn="l">
              <a:lnSpc>
                <a:spcPct val="115000"/>
              </a:lnSpc>
              <a:spcBef>
                <a:spcPts val="155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 Tools, Technologies &amp; Infrastructure Stack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19113" rtl="0" algn="l">
              <a:lnSpc>
                <a:spcPct val="115000"/>
              </a:lnSpc>
              <a:spcBef>
                <a:spcPts val="155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7. 4-Month Phased Implementation Roadmap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19113" rtl="0" algn="l">
              <a:lnSpc>
                <a:spcPct val="115000"/>
              </a:lnSpc>
              <a:spcBef>
                <a:spcPts val="155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8. Performance Evaluation &amp; Quality Benchmarks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19113" rtl="0" algn="l">
              <a:lnSpc>
                <a:spcPct val="115000"/>
              </a:lnSpc>
              <a:spcBef>
                <a:spcPts val="155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9. Conclusion &amp; Future Scope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26"/>
          <p:cNvSpPr txBox="1"/>
          <p:nvPr>
            <p:ph idx="10" type="dt"/>
          </p:nvPr>
        </p:nvSpPr>
        <p:spPr>
          <a:xfrm>
            <a:off x="5094288" y="8967788"/>
            <a:ext cx="3033712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8/10/2026</a:t>
            </a:r>
            <a:endParaRPr/>
          </a:p>
        </p:txBody>
      </p:sp>
      <p:sp>
        <p:nvSpPr>
          <p:cNvPr id="156" name="Google Shape;156;p26"/>
          <p:cNvSpPr txBox="1"/>
          <p:nvPr>
            <p:ph idx="12" type="sldNum"/>
          </p:nvPr>
        </p:nvSpPr>
        <p:spPr>
          <a:xfrm>
            <a:off x="12250738" y="8967788"/>
            <a:ext cx="649287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7"/>
          <p:cNvSpPr txBox="1"/>
          <p:nvPr>
            <p:ph type="title"/>
          </p:nvPr>
        </p:nvSpPr>
        <p:spPr>
          <a:xfrm>
            <a:off x="2041525" y="390525"/>
            <a:ext cx="10664825" cy="16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&amp; Project Overview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" name="Google Shape;162;p27"/>
          <p:cNvSpPr txBox="1"/>
          <p:nvPr>
            <p:ph idx="1" type="body"/>
          </p:nvPr>
        </p:nvSpPr>
        <p:spPr>
          <a:xfrm>
            <a:off x="1888966" y="2173924"/>
            <a:ext cx="10696575" cy="6780212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130025" spcFirstLastPara="1" rIns="130025" wrap="square" tIns="65000">
            <a:noAutofit/>
          </a:bodyPr>
          <a:lstStyle/>
          <a:p>
            <a:pPr indent="-401638" lvl="0" marL="51911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20"/>
              <a:buChar char="⚫"/>
            </a:pPr>
            <a:r>
              <a:rPr b="1" lang="en-US" sz="165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Autonomous Recruitment Platform: </a:t>
            </a:r>
            <a:r>
              <a:rPr lang="en-US" sz="165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EvalixAI is an AI-powered, cloud-native recruitment ecosystem engineered to automate candidate screening from application to final ranking.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1638" lvl="0" marL="519113" rtl="0" algn="l">
              <a:lnSpc>
                <a:spcPct val="115000"/>
              </a:lnSpc>
              <a:spcBef>
                <a:spcPts val="1650"/>
              </a:spcBef>
              <a:spcAft>
                <a:spcPts val="0"/>
              </a:spcAft>
              <a:buSzPts val="1320"/>
              <a:buChar char="⚫"/>
            </a:pPr>
            <a:r>
              <a:rPr b="1" lang="en-US" sz="165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Academic Evolution: </a:t>
            </a:r>
            <a:r>
              <a:rPr lang="en-US" sz="165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Evolved from an intelligent academic assessment engine into a commercial-grade recruitment platform tailored for startups and SMEs.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1638" lvl="0" marL="519113" rtl="0" algn="l">
              <a:lnSpc>
                <a:spcPct val="115000"/>
              </a:lnSpc>
              <a:spcBef>
                <a:spcPts val="1650"/>
              </a:spcBef>
              <a:spcAft>
                <a:spcPts val="0"/>
              </a:spcAft>
              <a:buSzPts val="1320"/>
              <a:buChar char="⚫"/>
            </a:pPr>
            <a:r>
              <a:rPr b="1" lang="en-US" sz="165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Unified Screening Pipeline: </a:t>
            </a:r>
            <a:r>
              <a:rPr lang="en-US" sz="165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Replaces fragmented toolchains by consolidating contextual resume parsing, cognitive testing, conversational AI mock interviews, and sandboxed code execution.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1638" lvl="0" marL="519113" rtl="0" algn="l">
              <a:lnSpc>
                <a:spcPct val="115000"/>
              </a:lnSpc>
              <a:spcBef>
                <a:spcPts val="1650"/>
              </a:spcBef>
              <a:spcAft>
                <a:spcPts val="0"/>
              </a:spcAft>
              <a:buSzPts val="1320"/>
              <a:buChar char="⚫"/>
            </a:pPr>
            <a:r>
              <a:rPr b="1" lang="en-US" sz="165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Data-Driven Candidate Ranking: </a:t>
            </a:r>
            <a:r>
              <a:rPr lang="en-US" sz="165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Aggregates multi-stage performance vectors into an explainable, weighted composite index and real-time recruiter analytics dashboard.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1638" lvl="0" marL="519113" rtl="0" algn="l">
              <a:lnSpc>
                <a:spcPct val="115000"/>
              </a:lnSpc>
              <a:spcBef>
                <a:spcPts val="1650"/>
              </a:spcBef>
              <a:spcAft>
                <a:spcPts val="0"/>
              </a:spcAft>
              <a:buSzPts val="1320"/>
              <a:buChar char="⚫"/>
            </a:pPr>
            <a:r>
              <a:rPr b="1" lang="en-US" sz="165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Compliance &amp; Privacy Mandate: </a:t>
            </a:r>
            <a:r>
              <a:rPr lang="en-US" sz="165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Built in strict compliance with EU GDPR, India's DPDP Act 2023, and WCAG 2.1 Level AA web accessibility standards.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" name="Google Shape;163;p27"/>
          <p:cNvSpPr txBox="1"/>
          <p:nvPr>
            <p:ph idx="10" type="dt"/>
          </p:nvPr>
        </p:nvSpPr>
        <p:spPr>
          <a:xfrm>
            <a:off x="5094288" y="8967788"/>
            <a:ext cx="3033712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8/10/2026</a:t>
            </a:r>
            <a:endParaRPr/>
          </a:p>
        </p:txBody>
      </p:sp>
      <p:sp>
        <p:nvSpPr>
          <p:cNvPr id="164" name="Google Shape;164;p27"/>
          <p:cNvSpPr txBox="1"/>
          <p:nvPr>
            <p:ph idx="12" type="sldNum"/>
          </p:nvPr>
        </p:nvSpPr>
        <p:spPr>
          <a:xfrm>
            <a:off x="12250738" y="8967788"/>
            <a:ext cx="649287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8"/>
          <p:cNvSpPr txBox="1"/>
          <p:nvPr>
            <p:ph type="title"/>
          </p:nvPr>
        </p:nvSpPr>
        <p:spPr>
          <a:xfrm>
            <a:off x="2041525" y="390525"/>
            <a:ext cx="10664700" cy="16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 &amp; Industry Motivation</a:t>
            </a:r>
            <a:endParaRPr>
              <a:solidFill>
                <a:srgbClr val="56221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" name="Google Shape;172;p28"/>
          <p:cNvSpPr txBox="1"/>
          <p:nvPr>
            <p:ph idx="1" type="body"/>
          </p:nvPr>
        </p:nvSpPr>
        <p:spPr>
          <a:xfrm>
            <a:off x="2041525" y="1752600"/>
            <a:ext cx="9490200" cy="71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130025" spcFirstLastPara="1" rIns="130025" wrap="square" tIns="65000">
            <a:noAutofit/>
          </a:bodyPr>
          <a:lstStyle/>
          <a:p>
            <a:pPr indent="-401638" lvl="0" marL="51911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40"/>
              <a:buFont typeface="Times New Roman"/>
              <a:buChar char="⚫"/>
            </a:pPr>
            <a:r>
              <a:rPr b="1" lang="en-US" sz="1800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Industry Problem Statement: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1" marL="909638" rtl="0" algn="l">
              <a:lnSpc>
                <a:spcPct val="115000"/>
              </a:lnSpc>
              <a:spcBef>
                <a:spcPts val="1088"/>
              </a:spcBef>
              <a:spcAft>
                <a:spcPts val="0"/>
              </a:spcAft>
              <a:buSzPts val="1450"/>
              <a:buChar char="◦"/>
            </a:pPr>
            <a:r>
              <a:rPr b="1" lang="en-US" sz="145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Prohibitive Enterprise ATS Cost: </a:t>
            </a:r>
            <a:r>
              <a:rPr lang="en-US" sz="145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Platforms like Workday &amp; Greenhouse charge $10k+/yr, requiring complex setups inaccessible to startups.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1" marL="909638" rtl="0" algn="l">
              <a:lnSpc>
                <a:spcPct val="115000"/>
              </a:lnSpc>
              <a:spcBef>
                <a:spcPts val="1188"/>
              </a:spcBef>
              <a:spcAft>
                <a:spcPts val="0"/>
              </a:spcAft>
              <a:buSzPts val="1450"/>
              <a:buChar char="◦"/>
            </a:pPr>
            <a:r>
              <a:rPr b="1" lang="en-US" sz="145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Manual Triaging Inefficiencies: </a:t>
            </a:r>
            <a:r>
              <a:rPr lang="en-US" sz="145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Manual resume reviews cause weeks of delay, reviewer fatigue, and unconscious human bias.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1" marL="909638" rtl="0" algn="l">
              <a:lnSpc>
                <a:spcPct val="115000"/>
              </a:lnSpc>
              <a:spcBef>
                <a:spcPts val="1188"/>
              </a:spcBef>
              <a:spcAft>
                <a:spcPts val="0"/>
              </a:spcAft>
              <a:buSzPts val="1450"/>
              <a:buChar char="◦"/>
            </a:pPr>
            <a:r>
              <a:rPr b="1" lang="en-US" sz="145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Keyword Parser Vulnerabilities: </a:t>
            </a:r>
            <a:r>
              <a:rPr lang="en-US" sz="145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Lexical string matchers fail on synonyms and are easily gamed by resume keyword stuffing.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1" marL="909638" rtl="0" algn="l">
              <a:lnSpc>
                <a:spcPct val="115000"/>
              </a:lnSpc>
              <a:spcBef>
                <a:spcPts val="1188"/>
              </a:spcBef>
              <a:spcAft>
                <a:spcPts val="0"/>
              </a:spcAft>
              <a:buSzPts val="1450"/>
              <a:buChar char="◦"/>
            </a:pPr>
            <a:r>
              <a:rPr b="1" lang="en-US" sz="145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Toolchain Fragmentation: </a:t>
            </a:r>
            <a:r>
              <a:rPr lang="en-US" sz="145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Coding platforms and video tools operate in silos without centralized talent analytics.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1638" lvl="0" marL="519113" rtl="0" algn="l">
              <a:lnSpc>
                <a:spcPct val="115000"/>
              </a:lnSpc>
              <a:spcBef>
                <a:spcPts val="1250"/>
              </a:spcBef>
              <a:spcAft>
                <a:spcPts val="0"/>
              </a:spcAft>
              <a:buSzPts val="1440"/>
              <a:buFont typeface="Times New Roman"/>
              <a:buChar char="⚫"/>
            </a:pPr>
            <a:r>
              <a:rPr b="1" lang="en-US" sz="1800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Solution (EvalixAI Platform):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1" marL="909638" rtl="0" algn="l">
              <a:lnSpc>
                <a:spcPct val="115000"/>
              </a:lnSpc>
              <a:spcBef>
                <a:spcPts val="1088"/>
              </a:spcBef>
              <a:spcAft>
                <a:spcPts val="0"/>
              </a:spcAft>
              <a:buSzPts val="1450"/>
              <a:buChar char="◦"/>
            </a:pPr>
            <a:r>
              <a:rPr b="1" lang="en-US" sz="145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AI-Native Pipeline: </a:t>
            </a:r>
            <a:r>
              <a:rPr lang="en-US" sz="145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Contextual semantic matching, automated proctored tests, and conversational interview evaluations.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1" marL="909638" rtl="0" algn="l">
              <a:lnSpc>
                <a:spcPct val="115000"/>
              </a:lnSpc>
              <a:spcBef>
                <a:spcPts val="1188"/>
              </a:spcBef>
              <a:spcAft>
                <a:spcPts val="0"/>
              </a:spcAft>
              <a:buSzPts val="1450"/>
              <a:buChar char="◦"/>
            </a:pPr>
            <a:r>
              <a:rPr b="1" lang="en-US" sz="145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60%–70% Turnaround Reduction: </a:t>
            </a:r>
            <a:r>
              <a:rPr lang="en-US" sz="145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Sub-10s resume parsing and instant multi-criteria composite score aggregation.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1" marL="909638" rtl="0" algn="l">
              <a:lnSpc>
                <a:spcPct val="115000"/>
              </a:lnSpc>
              <a:spcBef>
                <a:spcPts val="1188"/>
              </a:spcBef>
              <a:spcAft>
                <a:spcPts val="0"/>
              </a:spcAft>
              <a:buSzPts val="1450"/>
              <a:buChar char="◦"/>
            </a:pPr>
            <a:r>
              <a:rPr b="1" lang="en-US" sz="145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Accessible Economics: </a:t>
            </a:r>
            <a:r>
              <a:rPr lang="en-US" sz="145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Cloud-native microservices architecture designed specifically for startup budgets.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Google Shape;173;p28"/>
          <p:cNvSpPr txBox="1"/>
          <p:nvPr>
            <p:ph idx="10" type="dt"/>
          </p:nvPr>
        </p:nvSpPr>
        <p:spPr>
          <a:xfrm>
            <a:off x="5094288" y="8967788"/>
            <a:ext cx="3033600" cy="678000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8/10/2026</a:t>
            </a:r>
            <a:endParaRPr/>
          </a:p>
        </p:txBody>
      </p:sp>
      <p:sp>
        <p:nvSpPr>
          <p:cNvPr id="174" name="Google Shape;174;p28"/>
          <p:cNvSpPr txBox="1"/>
          <p:nvPr>
            <p:ph idx="12" type="sldNum"/>
          </p:nvPr>
        </p:nvSpPr>
        <p:spPr>
          <a:xfrm>
            <a:off x="12250738" y="8967788"/>
            <a:ext cx="649200" cy="678000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9"/>
          <p:cNvSpPr txBox="1"/>
          <p:nvPr>
            <p:ph type="title"/>
          </p:nvPr>
        </p:nvSpPr>
        <p:spPr>
          <a:xfrm>
            <a:off x="2041525" y="390525"/>
            <a:ext cx="10664825" cy="16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Features &amp; Core Intelligence Modules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Google Shape;180;p29"/>
          <p:cNvSpPr txBox="1"/>
          <p:nvPr>
            <p:ph idx="1" type="body"/>
          </p:nvPr>
        </p:nvSpPr>
        <p:spPr>
          <a:xfrm>
            <a:off x="1701801" y="2058988"/>
            <a:ext cx="11004550" cy="7694611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130025" spcFirstLastPara="1" rIns="130025" wrap="square" tIns="65000">
            <a:noAutofit/>
          </a:bodyPr>
          <a:lstStyle/>
          <a:p>
            <a:pPr indent="-401638" lvl="0" marL="51911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40"/>
              <a:buChar char="⚫"/>
            </a:pPr>
            <a:r>
              <a:rPr b="1" lang="en-US" sz="155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Contextual Resume Intelligence: </a:t>
            </a:r>
            <a:r>
              <a:rPr lang="en-US" sz="155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PDF/DOCX ingestion, structured JSON entity extraction, qualification gap analysis, and Claude LLM semantic scoring (FR-1.1–FR-1.11).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1638" lvl="0" marL="519113" rtl="0" algn="l">
              <a:lnSpc>
                <a:spcPct val="115000"/>
              </a:lnSpc>
              <a:spcBef>
                <a:spcPts val="1550"/>
              </a:spcBef>
              <a:spcAft>
                <a:spcPts val="0"/>
              </a:spcAft>
              <a:buSzPts val="1240"/>
              <a:buChar char="⚫"/>
            </a:pPr>
            <a:r>
              <a:rPr b="1" lang="en-US" sz="155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Cognitive &amp; Technical Assessment: </a:t>
            </a:r>
            <a:r>
              <a:rPr lang="en-US" sz="155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bank management, instant objective scoring, AI subjective grading, and browser tab-switch anti-cheat telemetry (FR-2.1–FR-2.11).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1638" lvl="0" marL="519113" rtl="0" algn="l">
              <a:lnSpc>
                <a:spcPct val="115000"/>
              </a:lnSpc>
              <a:spcBef>
                <a:spcPts val="1550"/>
              </a:spcBef>
              <a:spcAft>
                <a:spcPts val="0"/>
              </a:spcAft>
              <a:buSzPts val="1240"/>
              <a:buChar char="⚫"/>
            </a:pPr>
            <a:r>
              <a:rPr b="1" lang="en-US" sz="155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Conversational Mock Interviewer: </a:t>
            </a:r>
            <a:r>
              <a:rPr lang="en-US" sz="155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Dynamic JD-tailored questions, audio/video response transcription, and multi-criteria rubric evaluation across clarity and depth (FR-3.1–FR-3.10).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1638" lvl="0" marL="519113" rtl="0" algn="l">
              <a:lnSpc>
                <a:spcPct val="115000"/>
              </a:lnSpc>
              <a:spcBef>
                <a:spcPts val="1550"/>
              </a:spcBef>
              <a:spcAft>
                <a:spcPts val="0"/>
              </a:spcAft>
              <a:buSzPts val="1240"/>
              <a:buChar char="⚫"/>
            </a:pPr>
            <a:r>
              <a:rPr b="1" lang="en-US" sz="155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Sandboxed Code Execution Suite: </a:t>
            </a:r>
            <a:r>
              <a:rPr lang="en-US" sz="155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en-US" sz="155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udge0 runners for Python, Java, C++, JS, resource quotas (2s / 256MB), and AST plagiarism checks (FR-4.1–FR-4.10).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1638" lvl="0" marL="519113" rtl="0" algn="l">
              <a:lnSpc>
                <a:spcPct val="115000"/>
              </a:lnSpc>
              <a:spcBef>
                <a:spcPts val="1550"/>
              </a:spcBef>
              <a:spcAft>
                <a:spcPts val="0"/>
              </a:spcAft>
              <a:buSzPts val="1240"/>
              <a:buChar char="⚫"/>
            </a:pPr>
            <a:r>
              <a:rPr b="1" lang="en-US" sz="155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Composite Ranking &amp; Analytics Dashboard: </a:t>
            </a:r>
            <a:r>
              <a:rPr lang="en-US" sz="155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Recruiter-weighted scoring algorithm, dynamic talent leaderboard, funnel conversion metrics, and bias telemetry (FR-5.1–FR-5.9).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0"/>
          <p:cNvSpPr txBox="1"/>
          <p:nvPr>
            <p:ph type="title"/>
          </p:nvPr>
        </p:nvSpPr>
        <p:spPr>
          <a:xfrm>
            <a:off x="2041525" y="390525"/>
            <a:ext cx="10664825" cy="16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Tools, Technologies &amp; Infrastructure Stack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" name="Google Shape;186;p30"/>
          <p:cNvSpPr txBox="1"/>
          <p:nvPr>
            <p:ph idx="1" type="body"/>
          </p:nvPr>
        </p:nvSpPr>
        <p:spPr>
          <a:xfrm>
            <a:off x="2041525" y="2058988"/>
            <a:ext cx="10664700" cy="75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130025" spcFirstLastPara="1" rIns="130025" wrap="square" tIns="65000">
            <a:noAutofit/>
          </a:bodyPr>
          <a:lstStyle/>
          <a:p>
            <a:pPr indent="-401638" lvl="0" marL="51911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⚫"/>
            </a:pPr>
            <a:r>
              <a:rPr b="1" lang="en-US" sz="150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Frontend Client Tier: </a:t>
            </a:r>
            <a:r>
              <a:rPr lang="en-US" sz="15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Next.js</a:t>
            </a:r>
            <a:r>
              <a:rPr lang="en-US" sz="15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(App Router), React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1638" lvl="0" marL="519113" rtl="0" algn="l">
              <a:lnSpc>
                <a:spcPct val="115000"/>
              </a:lnSpc>
              <a:spcBef>
                <a:spcPts val="1450"/>
              </a:spcBef>
              <a:spcAft>
                <a:spcPts val="0"/>
              </a:spcAft>
              <a:buSzPts val="1200"/>
              <a:buChar char="⚫"/>
            </a:pPr>
            <a:r>
              <a:rPr b="1" lang="en-US" sz="150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Backend &amp; Microservices: </a:t>
            </a:r>
            <a:r>
              <a:rPr lang="en-US" sz="15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 FastAPI (AI Services), Prisma ORM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1638" lvl="0" marL="519113" rtl="0" algn="l">
              <a:lnSpc>
                <a:spcPct val="115000"/>
              </a:lnSpc>
              <a:spcBef>
                <a:spcPts val="1450"/>
              </a:spcBef>
              <a:spcAft>
                <a:spcPts val="0"/>
              </a:spcAft>
              <a:buSzPts val="1200"/>
              <a:buChar char="⚫"/>
            </a:pPr>
            <a:r>
              <a:rPr b="1" lang="en-US" sz="150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 &amp; Caching: </a:t>
            </a:r>
            <a:r>
              <a:rPr lang="en-US" sz="15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PostgreSQL(Relational RDS), Redis (In-Memory Session Caching &amp; Task Queues)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1638" lvl="0" marL="519113" rtl="0" algn="l">
              <a:lnSpc>
                <a:spcPct val="115000"/>
              </a:lnSpc>
              <a:spcBef>
                <a:spcPts val="1450"/>
              </a:spcBef>
              <a:spcAft>
                <a:spcPts val="0"/>
              </a:spcAft>
              <a:buSzPts val="1200"/>
              <a:buChar char="⚫"/>
            </a:pPr>
            <a:r>
              <a:rPr b="1" lang="en-US" sz="150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Storage &amp; External AI: </a:t>
            </a:r>
            <a:r>
              <a:rPr lang="en-US" sz="15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Minio</a:t>
            </a:r>
            <a:r>
              <a:rPr lang="en-US" sz="15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(Object Storage), Anthropic Claude API (Claude Sonnet / Haiku)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1638" lvl="0" marL="519113" rtl="0" algn="l">
              <a:lnSpc>
                <a:spcPct val="115000"/>
              </a:lnSpc>
              <a:spcBef>
                <a:spcPts val="1450"/>
              </a:spcBef>
              <a:spcAft>
                <a:spcPts val="0"/>
              </a:spcAft>
              <a:buSzPts val="1200"/>
              <a:buChar char="⚫"/>
            </a:pPr>
            <a:r>
              <a:rPr b="1" lang="en-US" sz="150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Execution Engine: </a:t>
            </a:r>
            <a:r>
              <a:rPr lang="en-US" sz="15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Judge0 API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1638" lvl="0" marL="519113" rtl="0" algn="l">
              <a:lnSpc>
                <a:spcPct val="115000"/>
              </a:lnSpc>
              <a:spcBef>
                <a:spcPts val="1450"/>
              </a:spcBef>
              <a:spcAft>
                <a:spcPts val="0"/>
              </a:spcAft>
              <a:buSzPts val="1200"/>
              <a:buChar char="⚫"/>
            </a:pPr>
            <a:r>
              <a:rPr b="1" lang="en-US" sz="150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DevOps &amp; Ingress: </a:t>
            </a:r>
            <a:r>
              <a:rPr lang="en-US" sz="15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Docker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1638" lvl="0" marL="519113" rtl="0" algn="l">
              <a:lnSpc>
                <a:spcPct val="115000"/>
              </a:lnSpc>
              <a:spcBef>
                <a:spcPts val="1450"/>
              </a:spcBef>
              <a:spcAft>
                <a:spcPts val="0"/>
              </a:spcAft>
              <a:buSzPts val="1200"/>
              <a:buChar char="⚫"/>
            </a:pPr>
            <a:r>
              <a:rPr b="1" lang="en-US" sz="150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Security &amp; Auth: </a:t>
            </a:r>
            <a:r>
              <a:rPr lang="en-US" sz="15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OAuth 2</a:t>
            </a:r>
            <a:r>
              <a:rPr lang="en-US" sz="15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.0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1"/>
          <p:cNvSpPr txBox="1"/>
          <p:nvPr>
            <p:ph type="title"/>
          </p:nvPr>
        </p:nvSpPr>
        <p:spPr>
          <a:xfrm>
            <a:off x="2041525" y="390525"/>
            <a:ext cx="10664825" cy="16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4-Month Phased Implementation Roadmap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" name="Google Shape;192;p31"/>
          <p:cNvSpPr txBox="1"/>
          <p:nvPr>
            <p:ph idx="1" type="body"/>
          </p:nvPr>
        </p:nvSpPr>
        <p:spPr>
          <a:xfrm>
            <a:off x="2041525" y="2058988"/>
            <a:ext cx="10664825" cy="6827837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130025" spcFirstLastPara="1" rIns="130025" wrap="square" tIns="65000">
            <a:noAutofit/>
          </a:bodyPr>
          <a:lstStyle/>
          <a:p>
            <a:pPr indent="-401638" lvl="0" marL="51911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40"/>
              <a:buFont typeface="Times New Roman"/>
              <a:buChar char="⚫"/>
            </a:pPr>
            <a:r>
              <a:rPr b="1" lang="en-US" sz="1550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Phase 1 (Month 1 / W1–W4): Foundation, Auth/RBAC &amp; Resume Ingestion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1638" lvl="0" marL="519113" rtl="0" algn="l">
              <a:lnSpc>
                <a:spcPct val="115000"/>
              </a:lnSpc>
              <a:spcBef>
                <a:spcPts val="950"/>
              </a:spcBef>
              <a:spcAft>
                <a:spcPts val="0"/>
              </a:spcAft>
              <a:buSzPts val="1080"/>
              <a:buFont typeface="Times New Roman"/>
              <a:buChar char="⚫"/>
            </a:pPr>
            <a:r>
              <a:rPr lang="en-US" sz="135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PostgreSQL schema &amp; Prisma ORM setup | OAuth 2.0 / JWT integration</a:t>
            </a:r>
            <a:br>
              <a:rPr lang="en-US" sz="135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35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minio document ingestion pipeline | Claude LLM semantic parser &amp; scoring</a:t>
            </a:r>
            <a:br>
              <a:rPr lang="en-US" sz="135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35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Engineering: Aakash (Auth/minio) | Manish (Schema/Claude API)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1638" lvl="0" marL="519113" rtl="0" algn="l">
              <a:lnSpc>
                <a:spcPct val="115000"/>
              </a:lnSpc>
              <a:spcBef>
                <a:spcPts val="1350"/>
              </a:spcBef>
              <a:spcAft>
                <a:spcPts val="0"/>
              </a:spcAft>
              <a:buSzPts val="1240"/>
              <a:buFont typeface="Times New Roman"/>
              <a:buChar char="⚫"/>
            </a:pPr>
            <a:r>
              <a:rPr b="1" lang="en-US" sz="1550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Phase 2 (Month 2 / W5–W8): Cognitive Screening &amp; Sandboxed Code Execution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1638" lvl="0" marL="519113" rtl="0" algn="l">
              <a:lnSpc>
                <a:spcPct val="115000"/>
              </a:lnSpc>
              <a:spcBef>
                <a:spcPts val="950"/>
              </a:spcBef>
              <a:spcAft>
                <a:spcPts val="0"/>
              </a:spcAft>
              <a:buSzPts val="1080"/>
              <a:buFont typeface="Times New Roman"/>
              <a:buChar char="⚫"/>
            </a:pPr>
            <a:r>
              <a:rPr lang="en-US" sz="135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Question bank CRUD &amp; assessment engine | AI-assisted subjective grading</a:t>
            </a:r>
            <a:br>
              <a:rPr lang="en-US" sz="135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35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</a:t>
            </a:r>
            <a:r>
              <a:rPr lang="en-US" sz="135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Monaco in-browser IDE </a:t>
            </a:r>
            <a:r>
              <a:rPr lang="en-US" sz="135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&amp; Judge0 Docker sandbox | Test runner &amp; plagiarism detection</a:t>
            </a:r>
            <a:br>
              <a:rPr lang="en-US" sz="135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35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Engineering: Aakash (Assessment UI) | Manish (Judge0 Sandbox)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1638" lvl="0" marL="519113" rtl="0" algn="l">
              <a:lnSpc>
                <a:spcPct val="115000"/>
              </a:lnSpc>
              <a:spcBef>
                <a:spcPts val="1350"/>
              </a:spcBef>
              <a:spcAft>
                <a:spcPts val="0"/>
              </a:spcAft>
              <a:buSzPts val="1240"/>
              <a:buFont typeface="Times New Roman"/>
              <a:buChar char="⚫"/>
            </a:pPr>
            <a:r>
              <a:rPr b="1" lang="en-US" sz="1550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Phase 3 (Month 3 / W9–W12): AI Mock Interviewer &amp; Composite Ranking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1638" lvl="0" marL="519113" rtl="0" algn="l">
              <a:lnSpc>
                <a:spcPct val="115000"/>
              </a:lnSpc>
              <a:spcBef>
                <a:spcPts val="950"/>
              </a:spcBef>
              <a:spcAft>
                <a:spcPts val="0"/>
              </a:spcAft>
              <a:buSzPts val="1080"/>
              <a:buFont typeface="Times New Roman"/>
              <a:buChar char="⚫"/>
            </a:pPr>
            <a:r>
              <a:rPr lang="en-US" sz="135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Dynamic interview question generator | WebRTC media capture &amp; transcript review</a:t>
            </a:r>
            <a:br>
              <a:rPr lang="en-US" sz="135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35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Multi-criteria response evaluation rubric | Composite ranking algorithm &amp; dashboard</a:t>
            </a:r>
            <a:br>
              <a:rPr lang="en-US" sz="135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35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Engineering: Aakash (Interview UI) | Manish (Ranking Engine)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1638" lvl="0" marL="519113" rtl="0" algn="l">
              <a:lnSpc>
                <a:spcPct val="115000"/>
              </a:lnSpc>
              <a:spcBef>
                <a:spcPts val="1350"/>
              </a:spcBef>
              <a:spcAft>
                <a:spcPts val="0"/>
              </a:spcAft>
              <a:buSzPts val="1240"/>
              <a:buFont typeface="Times New Roman"/>
              <a:buChar char="⚫"/>
            </a:pPr>
            <a:r>
              <a:rPr b="1" lang="en-US" sz="1550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Phase 4 (Month 4 / W13–W16): Pipeline Integration, Testing &amp; Cloud Deployment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1638" lvl="0" marL="519113" rtl="0" algn="l">
              <a:lnSpc>
                <a:spcPct val="115000"/>
              </a:lnSpc>
              <a:spcBef>
                <a:spcPts val="950"/>
              </a:spcBef>
              <a:spcAft>
                <a:spcPts val="0"/>
              </a:spcAft>
              <a:buSzPts val="1080"/>
              <a:buFont typeface="Times New Roman"/>
              <a:buChar char="⚫"/>
            </a:pPr>
            <a:r>
              <a:rPr lang="en-US" sz="135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Recruiter &amp; candidate workflow integration | SendGrid automated email notifications</a:t>
            </a:r>
            <a:br>
              <a:rPr lang="en-US" sz="135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35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Load testing (1,000 concurrent sessions) | Kubernetes / NGINX Ingress cloud deployment</a:t>
            </a:r>
            <a:br>
              <a:rPr lang="en-US" sz="135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35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Engineering: Aakash (Workflow/WCAG) | Manish (K8s/Load Testing)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" name="Google Shape;193;p31"/>
          <p:cNvSpPr txBox="1"/>
          <p:nvPr>
            <p:ph idx="10" type="dt"/>
          </p:nvPr>
        </p:nvSpPr>
        <p:spPr>
          <a:xfrm>
            <a:off x="5094288" y="8967788"/>
            <a:ext cx="3033712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8/10/2026</a:t>
            </a:r>
            <a:endParaRPr/>
          </a:p>
        </p:txBody>
      </p:sp>
      <p:sp>
        <p:nvSpPr>
          <p:cNvPr id="194" name="Google Shape;194;p31"/>
          <p:cNvSpPr txBox="1"/>
          <p:nvPr>
            <p:ph idx="12" type="sldNum"/>
          </p:nvPr>
        </p:nvSpPr>
        <p:spPr>
          <a:xfrm>
            <a:off x="12250738" y="8967788"/>
            <a:ext cx="649287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2"/>
          <p:cNvSpPr txBox="1"/>
          <p:nvPr>
            <p:ph type="title"/>
          </p:nvPr>
        </p:nvSpPr>
        <p:spPr>
          <a:xfrm>
            <a:off x="1545120" y="345910"/>
            <a:ext cx="115215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Architecture &amp; Microservices Topology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architecture.png" id="200" name="Google Shape;20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10880" y="2421160"/>
            <a:ext cx="10789920" cy="6045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3"/>
          <p:cNvSpPr txBox="1"/>
          <p:nvPr>
            <p:ph type="title"/>
          </p:nvPr>
        </p:nvSpPr>
        <p:spPr>
          <a:xfrm>
            <a:off x="1644320" y="355835"/>
            <a:ext cx="115215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Resume Screening &amp; Transaction Flow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" name="Google Shape;206;p33"/>
          <p:cNvSpPr txBox="1"/>
          <p:nvPr>
            <p:ph idx="10" type="dt"/>
          </p:nvPr>
        </p:nvSpPr>
        <p:spPr>
          <a:xfrm>
            <a:off x="5094288" y="8967788"/>
            <a:ext cx="3033712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8/10/2026</a:t>
            </a:r>
            <a:endParaRPr/>
          </a:p>
        </p:txBody>
      </p:sp>
      <p:sp>
        <p:nvSpPr>
          <p:cNvPr id="207" name="Google Shape;207;p33"/>
          <p:cNvSpPr txBox="1"/>
          <p:nvPr>
            <p:ph idx="12" type="sldNum"/>
          </p:nvPr>
        </p:nvSpPr>
        <p:spPr>
          <a:xfrm>
            <a:off x="12250738" y="8967788"/>
            <a:ext cx="649287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sequence_resume.png" id="208" name="Google Shape;208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4800" y="1441075"/>
            <a:ext cx="11085474" cy="564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4"/>
          <p:cNvSpPr txBox="1"/>
          <p:nvPr>
            <p:ph type="title"/>
          </p:nvPr>
        </p:nvSpPr>
        <p:spPr>
          <a:xfrm>
            <a:off x="2041525" y="390525"/>
            <a:ext cx="10664825" cy="16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5000" lIns="130025" spcFirstLastPara="1" rIns="130025" wrap="square" tIns="650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 Benchmarks, Conclusion &amp; Future Scope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" name="Google Shape;214;p34"/>
          <p:cNvSpPr txBox="1"/>
          <p:nvPr>
            <p:ph idx="1" type="body"/>
          </p:nvPr>
        </p:nvSpPr>
        <p:spPr>
          <a:xfrm>
            <a:off x="2041525" y="2058988"/>
            <a:ext cx="10664825" cy="6827837"/>
          </a:xfrm>
          <a:prstGeom prst="rect">
            <a:avLst/>
          </a:prstGeom>
          <a:noFill/>
          <a:ln>
            <a:noFill/>
          </a:ln>
        </p:spPr>
        <p:txBody>
          <a:bodyPr anchorCtr="0" anchor="t" bIns="65000" lIns="130025" spcFirstLastPara="1" rIns="130025" wrap="square" tIns="65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150"/>
              </a:spcBef>
              <a:spcAft>
                <a:spcPts val="0"/>
              </a:spcAft>
              <a:buNone/>
            </a:pPr>
            <a:r>
              <a:rPr b="1" lang="en-US" sz="1750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&amp; Future Scope: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1" marL="909638" rtl="0" algn="l">
              <a:lnSpc>
                <a:spcPct val="115000"/>
              </a:lnSpc>
              <a:spcBef>
                <a:spcPts val="1088"/>
              </a:spcBef>
              <a:spcAft>
                <a:spcPts val="0"/>
              </a:spcAft>
              <a:buSzPts val="1400"/>
              <a:buChar char="◦"/>
            </a:pPr>
            <a:r>
              <a:rPr b="1" lang="en-US" sz="140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Conclusion: 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EvalixAI establishes an accessible, end-to-end talent acquisition ecosystem uniting resume parsing, cognitive tests, mock interviews, and code sandboxes.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1" marL="909638" rtl="0" algn="l">
              <a:lnSpc>
                <a:spcPct val="115000"/>
              </a:lnSpc>
              <a:spcBef>
                <a:spcPts val="1088"/>
              </a:spcBef>
              <a:spcAft>
                <a:spcPts val="0"/>
              </a:spcAft>
              <a:buSzPts val="1400"/>
              <a:buChar char="◦"/>
            </a:pPr>
            <a:r>
              <a:rPr b="1" lang="en-US" sz="140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Scope: 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Multi-modal video facial micro-expression analysis, native enterprise HRIS connectors (BambooHR, Workday), and continuous skill gap learning path recommendations.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5" name="Google Shape;215;p34"/>
          <p:cNvSpPr txBox="1"/>
          <p:nvPr>
            <p:ph idx="10" type="dt"/>
          </p:nvPr>
        </p:nvSpPr>
        <p:spPr>
          <a:xfrm>
            <a:off x="5094288" y="8967788"/>
            <a:ext cx="3033712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8/10/2026</a:t>
            </a:r>
            <a:endParaRPr/>
          </a:p>
        </p:txBody>
      </p:sp>
      <p:sp>
        <p:nvSpPr>
          <p:cNvPr id="216" name="Google Shape;216;p34"/>
          <p:cNvSpPr txBox="1"/>
          <p:nvPr>
            <p:ph idx="12" type="sldNum"/>
          </p:nvPr>
        </p:nvSpPr>
        <p:spPr>
          <a:xfrm>
            <a:off x="12250738" y="8967788"/>
            <a:ext cx="649287" cy="677862"/>
          </a:xfrm>
          <a:prstGeom prst="rect">
            <a:avLst/>
          </a:prstGeom>
          <a:noFill/>
          <a:ln>
            <a:noFill/>
          </a:ln>
        </p:spPr>
        <p:txBody>
          <a:bodyPr anchorCtr="0" anchor="b" bIns="65000" lIns="130025" spcFirstLastPara="1" rIns="130025" wrap="square" tIns="6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itle &amp; Subtitle">
  <a:themeElements>
    <a:clrScheme name="Title &amp; Subtitl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olstice">
  <a:themeElements>
    <a:clrScheme name="Solstice">
      <a:dk1>
        <a:srgbClr val="000000"/>
      </a:dk1>
      <a:lt1>
        <a:srgbClr val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